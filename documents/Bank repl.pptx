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nis Keithly" userId="da2d8775a2aef372" providerId="LiveId" clId="{0872FA9D-92CF-41B2-9C6A-CDB16A749D14}"/>
    <pc:docChg chg="modSld">
      <pc:chgData name="Dennis Keithly" userId="da2d8775a2aef372" providerId="LiveId" clId="{0872FA9D-92CF-41B2-9C6A-CDB16A749D14}" dt="2026-09-21T15:46:02.561" v="26" actId="1076"/>
      <pc:docMkLst>
        <pc:docMk/>
      </pc:docMkLst>
      <pc:sldChg chg="addSp modSp mod">
        <pc:chgData name="Dennis Keithly" userId="da2d8775a2aef372" providerId="LiveId" clId="{0872FA9D-92CF-41B2-9C6A-CDB16A749D14}" dt="2026-09-21T15:45:24.241" v="23" actId="1076"/>
        <pc:sldMkLst>
          <pc:docMk/>
          <pc:sldMk cId="910117835" sldId="258"/>
        </pc:sldMkLst>
        <pc:spChg chg="mod">
          <ac:chgData name="Dennis Keithly" userId="da2d8775a2aef372" providerId="LiveId" clId="{0872FA9D-92CF-41B2-9C6A-CDB16A749D14}" dt="2026-09-21T15:43:05.530" v="15" actId="20577"/>
          <ac:spMkLst>
            <pc:docMk/>
            <pc:sldMk cId="910117835" sldId="258"/>
            <ac:spMk id="3" creationId="{E2A9D020-9E8E-97CE-9E23-5BD158B427A9}"/>
          </ac:spMkLst>
        </pc:spChg>
        <pc:picChg chg="add mod">
          <ac:chgData name="Dennis Keithly" userId="da2d8775a2aef372" providerId="LiveId" clId="{0872FA9D-92CF-41B2-9C6A-CDB16A749D14}" dt="2026-09-21T15:43:57.249" v="18" actId="1076"/>
          <ac:picMkLst>
            <pc:docMk/>
            <pc:sldMk cId="910117835" sldId="258"/>
            <ac:picMk id="5" creationId="{40BF2BE5-3CE9-E460-AEB3-45966F7C5253}"/>
          </ac:picMkLst>
        </pc:picChg>
        <pc:picChg chg="add mod">
          <ac:chgData name="Dennis Keithly" userId="da2d8775a2aef372" providerId="LiveId" clId="{0872FA9D-92CF-41B2-9C6A-CDB16A749D14}" dt="2026-09-21T15:44:45.066" v="21" actId="14100"/>
          <ac:picMkLst>
            <pc:docMk/>
            <pc:sldMk cId="910117835" sldId="258"/>
            <ac:picMk id="7" creationId="{B8085F88-6CF9-1DF5-F844-1BD2F15727EA}"/>
          </ac:picMkLst>
        </pc:picChg>
        <pc:picChg chg="add mod">
          <ac:chgData name="Dennis Keithly" userId="da2d8775a2aef372" providerId="LiveId" clId="{0872FA9D-92CF-41B2-9C6A-CDB16A749D14}" dt="2026-09-21T15:45:24.241" v="23" actId="1076"/>
          <ac:picMkLst>
            <pc:docMk/>
            <pc:sldMk cId="910117835" sldId="258"/>
            <ac:picMk id="9" creationId="{8403976B-0D7F-8F1B-5C36-2747E725454F}"/>
          </ac:picMkLst>
        </pc:picChg>
      </pc:sldChg>
      <pc:sldChg chg="addSp modSp mod">
        <pc:chgData name="Dennis Keithly" userId="da2d8775a2aef372" providerId="LiveId" clId="{0872FA9D-92CF-41B2-9C6A-CDB16A749D14}" dt="2026-09-21T15:46:02.561" v="26" actId="1076"/>
        <pc:sldMkLst>
          <pc:docMk/>
          <pc:sldMk cId="1135717389" sldId="260"/>
        </pc:sldMkLst>
        <pc:picChg chg="add mod">
          <ac:chgData name="Dennis Keithly" userId="da2d8775a2aef372" providerId="LiveId" clId="{0872FA9D-92CF-41B2-9C6A-CDB16A749D14}" dt="2026-09-21T15:45:31.048" v="24" actId="1076"/>
          <ac:picMkLst>
            <pc:docMk/>
            <pc:sldMk cId="1135717389" sldId="260"/>
            <ac:picMk id="5" creationId="{901ACC84-0B29-4D04-EF05-6861A5F26180}"/>
          </ac:picMkLst>
        </pc:picChg>
        <pc:picChg chg="add mod">
          <ac:chgData name="Dennis Keithly" userId="da2d8775a2aef372" providerId="LiveId" clId="{0872FA9D-92CF-41B2-9C6A-CDB16A749D14}" dt="2026-09-21T15:46:02.561" v="26" actId="1076"/>
          <ac:picMkLst>
            <pc:docMk/>
            <pc:sldMk cId="1135717389" sldId="260"/>
            <ac:picMk id="7" creationId="{57D386C1-4E5D-A3EC-4868-EAC95DB373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884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129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27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9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8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11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96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21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9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6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82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3632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32034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67045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28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2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0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40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31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50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415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4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582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959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521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52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6920-721D-86BF-8188-BC7AF5101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F4A24-70F5-4CBF-4485-96559CDD9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4ACF-262F-0C2E-D75D-5E8FC02E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83291-C6AB-D346-F370-3D69A533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EEBE7-BA8A-6F0E-CB18-6A13168A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5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DD20782C-0F45-447A-BF23-AC527316A4E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12EA7AB-17EA-4BE2-A821-0A528517C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4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9415-D010-63BD-0018-CD3509C1C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</a:t>
            </a:r>
            <a:r>
              <a:rPr lang="en-US" dirty="0" err="1"/>
              <a:t>repl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9BEC3-6613-E009-4831-D7F28C1C75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Dennis Keithly</a:t>
            </a:r>
          </a:p>
        </p:txBody>
      </p:sp>
    </p:spTree>
    <p:extLst>
      <p:ext uri="{BB962C8B-B14F-4D97-AF65-F5344CB8AC3E}">
        <p14:creationId xmlns:p14="http://schemas.microsoft.com/office/powerpoint/2010/main" val="29052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BF17-CD03-ABB5-BF92-51FABE0C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9D020-9E8E-97CE-9E23-5BD158B4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bank </a:t>
            </a:r>
            <a:r>
              <a:rPr lang="en-US" dirty="0" err="1"/>
              <a:t>repl</a:t>
            </a:r>
            <a:r>
              <a:rPr lang="en-US" dirty="0"/>
              <a:t> application utilizes clean code principles: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Api layer</a:t>
            </a:r>
          </a:p>
          <a:p>
            <a:pPr marL="285750" indent="-285750">
              <a:buFontTx/>
              <a:buChar char="-"/>
            </a:pPr>
            <a:r>
              <a:rPr lang="en-US" dirty="0"/>
              <a:t>Service Layer</a:t>
            </a:r>
          </a:p>
          <a:p>
            <a:pPr marL="285750" indent="-285750">
              <a:buFontTx/>
              <a:buChar char="-"/>
            </a:pPr>
            <a:r>
              <a:rPr lang="en-US" dirty="0"/>
              <a:t>Persistence Layer</a:t>
            </a:r>
          </a:p>
          <a:p>
            <a:pPr marL="285750" indent="-285750">
              <a:buFontTx/>
              <a:buChar char="-"/>
            </a:pPr>
            <a:r>
              <a:rPr lang="en-US" dirty="0"/>
              <a:t>Domain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F2BE5-3CE9-E460-AEB3-45966F7C5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401" y="2175923"/>
            <a:ext cx="4854361" cy="99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085F88-6CF9-1DF5-F844-1BD2F1572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33" y="3217410"/>
            <a:ext cx="6046823" cy="1932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03976B-0D7F-8F1B-5C36-2747E7254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362" y="5200701"/>
            <a:ext cx="8702794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1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0AA7-6D8B-C828-05BC-80DD1F95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95763-55C9-5D2D-F40A-0CD17324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is done using Junit, Jupiter, and Mockito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3D894-8A6F-7FDF-7840-69E62BB0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4" y="4602191"/>
            <a:ext cx="3535318" cy="1980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1429B8-2710-74B3-5469-199F271C8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34665"/>
            <a:ext cx="4228933" cy="2515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B77AFC-89AF-4DDE-B075-3E19DDDBC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900" y="2382599"/>
            <a:ext cx="7666795" cy="188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4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65A3-DD9B-E59D-5E78-88BFB9BB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E2CF-3DBD-4DF2-2B19-2DC2F34FD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Logback is the method of logging. Most logging is done on the service layer, with an exception inside the </a:t>
            </a:r>
            <a:r>
              <a:rPr lang="en-US" dirty="0" err="1"/>
              <a:t>ConnectionFactory</a:t>
            </a:r>
            <a:r>
              <a:rPr lang="en-US" dirty="0"/>
              <a:t> to notify of database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ACC84-0B29-4D04-EF05-6861A5F2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4" y="2671266"/>
            <a:ext cx="7948349" cy="1181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386C1-4E5D-A3EC-4868-EAC95DB37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4" y="4159828"/>
            <a:ext cx="7750212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1738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4082</TotalTime>
  <Words>64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Neue Haas Grotesk Text Pro</vt:lpstr>
      <vt:lpstr>System Font Regular</vt:lpstr>
      <vt:lpstr>Bjorn</vt:lpstr>
      <vt:lpstr>Bank repl</vt:lpstr>
      <vt:lpstr>Multilayer</vt:lpstr>
      <vt:lpstr>Unit tests</vt:lpstr>
      <vt:lpstr>Logging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Keithly</dc:creator>
  <cp:lastModifiedBy>Dennis Keithly</cp:lastModifiedBy>
  <cp:revision>1</cp:revision>
  <dcterms:created xsi:type="dcterms:W3CDTF">2026-09-18T17:55:00Z</dcterms:created>
  <dcterms:modified xsi:type="dcterms:W3CDTF">2026-09-21T15:46:08Z</dcterms:modified>
</cp:coreProperties>
</file>