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6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nnis Keithly" userId="da2d8775a2aef372" providerId="LiveId" clId="{0872FA9D-92CF-41B2-9C6A-CDB16A749D14}"/>
    <pc:docChg chg="modSld">
      <pc:chgData name="Dennis Keithly" userId="da2d8775a2aef372" providerId="LiveId" clId="{0872FA9D-92CF-41B2-9C6A-CDB16A749D14}" dt="2026-09-21T15:46:02.561" v="26" actId="1076"/>
      <pc:docMkLst>
        <pc:docMk/>
      </pc:docMkLst>
      <pc:sldChg chg="addSp modSp mod">
        <pc:chgData name="Dennis Keithly" userId="da2d8775a2aef372" providerId="LiveId" clId="{0872FA9D-92CF-41B2-9C6A-CDB16A749D14}" dt="2026-09-21T15:45:24.241" v="23" actId="1076"/>
        <pc:sldMkLst>
          <pc:docMk/>
          <pc:sldMk cId="910117835" sldId="258"/>
        </pc:sldMkLst>
        <pc:spChg chg="mod">
          <ac:chgData name="Dennis Keithly" userId="da2d8775a2aef372" providerId="LiveId" clId="{0872FA9D-92CF-41B2-9C6A-CDB16A749D14}" dt="2026-09-21T15:43:05.530" v="15" actId="20577"/>
          <ac:spMkLst>
            <pc:docMk/>
            <pc:sldMk cId="910117835" sldId="258"/>
            <ac:spMk id="3" creationId="{E2A9D020-9E8E-97CE-9E23-5BD158B427A9}"/>
          </ac:spMkLst>
        </pc:spChg>
        <pc:picChg chg="add mod">
          <ac:chgData name="Dennis Keithly" userId="da2d8775a2aef372" providerId="LiveId" clId="{0872FA9D-92CF-41B2-9C6A-CDB16A749D14}" dt="2026-09-21T15:43:57.249" v="18" actId="1076"/>
          <ac:picMkLst>
            <pc:docMk/>
            <pc:sldMk cId="910117835" sldId="258"/>
            <ac:picMk id="5" creationId="{40BF2BE5-3CE9-E460-AEB3-45966F7C5253}"/>
          </ac:picMkLst>
        </pc:picChg>
        <pc:picChg chg="add mod">
          <ac:chgData name="Dennis Keithly" userId="da2d8775a2aef372" providerId="LiveId" clId="{0872FA9D-92CF-41B2-9C6A-CDB16A749D14}" dt="2026-09-21T15:44:45.066" v="21" actId="14100"/>
          <ac:picMkLst>
            <pc:docMk/>
            <pc:sldMk cId="910117835" sldId="258"/>
            <ac:picMk id="7" creationId="{B8085F88-6CF9-1DF5-F844-1BD2F15727EA}"/>
          </ac:picMkLst>
        </pc:picChg>
        <pc:picChg chg="add mod">
          <ac:chgData name="Dennis Keithly" userId="da2d8775a2aef372" providerId="LiveId" clId="{0872FA9D-92CF-41B2-9C6A-CDB16A749D14}" dt="2026-09-21T15:45:24.241" v="23" actId="1076"/>
          <ac:picMkLst>
            <pc:docMk/>
            <pc:sldMk cId="910117835" sldId="258"/>
            <ac:picMk id="9" creationId="{8403976B-0D7F-8F1B-5C36-2747E725454F}"/>
          </ac:picMkLst>
        </pc:picChg>
      </pc:sldChg>
      <pc:sldChg chg="addSp modSp mod">
        <pc:chgData name="Dennis Keithly" userId="da2d8775a2aef372" providerId="LiveId" clId="{0872FA9D-92CF-41B2-9C6A-CDB16A749D14}" dt="2026-09-21T15:46:02.561" v="26" actId="1076"/>
        <pc:sldMkLst>
          <pc:docMk/>
          <pc:sldMk cId="1135717389" sldId="260"/>
        </pc:sldMkLst>
        <pc:picChg chg="add mod">
          <ac:chgData name="Dennis Keithly" userId="da2d8775a2aef372" providerId="LiveId" clId="{0872FA9D-92CF-41B2-9C6A-CDB16A749D14}" dt="2026-09-21T15:45:31.048" v="24" actId="1076"/>
          <ac:picMkLst>
            <pc:docMk/>
            <pc:sldMk cId="1135717389" sldId="260"/>
            <ac:picMk id="5" creationId="{901ACC84-0B29-4D04-EF05-6861A5F26180}"/>
          </ac:picMkLst>
        </pc:picChg>
        <pc:picChg chg="add mod">
          <ac:chgData name="Dennis Keithly" userId="da2d8775a2aef372" providerId="LiveId" clId="{0872FA9D-92CF-41B2-9C6A-CDB16A749D14}" dt="2026-09-21T15:46:02.561" v="26" actId="1076"/>
          <ac:picMkLst>
            <pc:docMk/>
            <pc:sldMk cId="1135717389" sldId="260"/>
            <ac:picMk id="7" creationId="{57D386C1-4E5D-A3EC-4868-EAC95DB3737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6B9F9D-34EC-4863-8EB5-F867A2E8E499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4AC4A-0267-4A53-9FBB-82E7EAC6F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2630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D4AC4A-0267-4A53-9FBB-82E7EAC6F56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4491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79867CD-CD09-0EEC-D165-96584688B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" y="64007"/>
            <a:ext cx="12015216" cy="5120639"/>
          </a:xfrm>
        </p:spPr>
        <p:txBody>
          <a:bodyPr>
            <a:normAutofit/>
          </a:bodyPr>
          <a:lstStyle>
            <a:lvl1pPr>
              <a:defRPr sz="110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5D245-B564-481D-A323-F73C5BCA8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136" y="5360878"/>
            <a:ext cx="10037064" cy="566928"/>
          </a:xfrm>
        </p:spPr>
        <p:txBody>
          <a:bodyPr anchor="b" anchorCtr="0">
            <a:normAutofit/>
          </a:bodyPr>
          <a:lstStyle>
            <a:lvl1pPr marL="0" indent="0" algn="r">
              <a:lnSpc>
                <a:spcPct val="100000"/>
              </a:lnSpc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422A5-3076-413B-84CB-ED3BA4171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072EE-51B3-4C0C-A460-4684AB079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267C68-40D5-477E-9DBC-C28FD4B11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1F8589-B640-4540-D0AD-2B0461CD3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387805" y="5749927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48841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EE2F5-9D3C-4BE7-9AD5-335B31CF2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90246"/>
            <a:ext cx="10840626" cy="79051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98C4F-4BF6-47CF-ABEE-2B12748C4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135" y="1880756"/>
            <a:ext cx="10840627" cy="45581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1AB30-CD74-471D-9FA6-ADC0C901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39070-70D2-4DD1-A439-155343FE2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137C4-F19E-4521-8DCB-4E0CF9CA3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D144482-F463-E942-01AE-69DF54F417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586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2129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7847" y="4676177"/>
            <a:ext cx="10835639" cy="131951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5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7847" y="6065134"/>
            <a:ext cx="10835639" cy="373766"/>
          </a:xfr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12191999" cy="446782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7765164-0D02-5316-1845-119CB0111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5715000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FA2081-8ED6-0719-D0B6-2818D601933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51F47A-9B8B-A343-2C56-110E21331A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259CCC4-FA9E-2074-3142-5EBA62F91B2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271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6390" y="1411358"/>
            <a:ext cx="3736010" cy="2845567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36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6388" y="4403039"/>
            <a:ext cx="3729915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7617785" cy="6858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DF8C2BF2-38FB-0598-A4BE-DD111229A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6388" y="6438900"/>
            <a:ext cx="1714301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18" name="Date Placeholder 4">
            <a:extLst>
              <a:ext uri="{FF2B5EF4-FFF2-40B4-BE49-F238E27FC236}">
                <a16:creationId xmlns:a16="http://schemas.microsoft.com/office/drawing/2014/main" id="{5A41BBAF-5441-8512-B575-2EB961DD485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89401810-4A83-D1CF-00A6-76F622C71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6900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1A7175-8061-E7CC-68E4-2B3CECB6CC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8136" y="1090244"/>
            <a:ext cx="10037064" cy="5159257"/>
          </a:xfrm>
        </p:spPr>
        <p:txBody>
          <a:bodyPr>
            <a:normAutofit/>
          </a:bodyPr>
          <a:lstStyle>
            <a:lvl1pPr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94542-CAEF-4D6C-BE6A-BC100F059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08851-4DCC-447C-828A-5F7E66F76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BDE40-8468-4051-9703-B751608A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A5A591-C2D3-D6A3-432F-2C1371951C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5868"/>
            <a:ext cx="804195" cy="0"/>
          </a:xfrm>
          <a:prstGeom prst="line">
            <a:avLst/>
          </a:prstGeom>
          <a:ln w="1206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3809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B916BDA-9E36-8180-7EBC-AC2A35C79F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0940" y="1088702"/>
            <a:ext cx="8479072" cy="139555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92AF672E-4752-50B9-9301-C8042FD003C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6697" y="2484255"/>
            <a:ext cx="8467558" cy="3539514"/>
          </a:xfrm>
        </p:spPr>
        <p:txBody>
          <a:bodyPr>
            <a:normAutofit/>
          </a:bodyPr>
          <a:lstStyle>
            <a:lvl1pPr marL="457200" indent="-457200">
              <a:lnSpc>
                <a:spcPct val="100000"/>
              </a:lnSpc>
              <a:buFont typeface="+mj-lt"/>
              <a:buAutoNum type="arabicPeriod"/>
              <a:defRPr sz="2000"/>
            </a:lvl1pPr>
            <a:lvl2pPr marL="685800" indent="-457200">
              <a:lnSpc>
                <a:spcPct val="100000"/>
              </a:lnSpc>
              <a:buFont typeface="+mj-lt"/>
              <a:buAutoNum type="arabicPeriod"/>
              <a:defRPr sz="2000"/>
            </a:lvl2pPr>
            <a:lvl3pPr marL="800100" indent="-342900">
              <a:lnSpc>
                <a:spcPct val="100000"/>
              </a:lnSpc>
              <a:buFont typeface="+mj-lt"/>
              <a:buAutoNum type="arabicPeriod"/>
              <a:defRPr sz="2000"/>
            </a:lvl3pPr>
            <a:lvl4pPr marL="1028700" indent="-342900">
              <a:lnSpc>
                <a:spcPct val="100000"/>
              </a:lnSpc>
              <a:buFont typeface="+mj-lt"/>
              <a:buAutoNum type="arabicPeriod"/>
              <a:defRPr sz="2000"/>
            </a:lvl4pPr>
            <a:lvl5pPr marL="1257300" indent="-342900">
              <a:lnSpc>
                <a:spcPct val="100000"/>
              </a:lnSpc>
              <a:buFont typeface="+mj-lt"/>
              <a:buAutoNum type="arabicPeriod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65070F-FB67-7572-2807-986A25537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8118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8136" y="1088136"/>
            <a:ext cx="5749392" cy="1554480"/>
          </a:xfrm>
        </p:spPr>
        <p:txBody>
          <a:bodyPr anchor="t" anchorCtr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88136" y="2651760"/>
            <a:ext cx="5749392" cy="3694176"/>
          </a:xfrm>
        </p:spPr>
        <p:txBody>
          <a:bodyPr>
            <a:normAutofit/>
          </a:bodyPr>
          <a:lstStyle>
            <a:lvl1pPr marL="342900" indent="-342900">
              <a:lnSpc>
                <a:spcPct val="100000"/>
              </a:lnSpc>
              <a:buFont typeface="System Font Regular"/>
              <a:buChar char="-"/>
              <a:defRPr sz="2000"/>
            </a:lvl1pPr>
            <a:lvl2pPr>
              <a:lnSpc>
                <a:spcPct val="100000"/>
              </a:lnSpc>
              <a:defRPr sz="2000"/>
            </a:lvl2pPr>
            <a:lvl3pPr>
              <a:lnSpc>
                <a:spcPct val="100000"/>
              </a:lnSpc>
              <a:defRPr sz="2000"/>
            </a:lvl3pPr>
            <a:lvl4pPr>
              <a:lnSpc>
                <a:spcPct val="100000"/>
              </a:lnSpc>
              <a:defRPr sz="2000"/>
            </a:lvl4pPr>
            <a:lvl5pPr>
              <a:lnSpc>
                <a:spcPct val="100000"/>
              </a:lnSpc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0940" y="6438900"/>
            <a:ext cx="3915404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006344" y="6438900"/>
            <a:ext cx="1126120" cy="419100"/>
          </a:xfrm>
        </p:spPr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32464" y="6438900"/>
            <a:ext cx="705064" cy="419100"/>
          </a:xfrm>
        </p:spPr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E4B52E79-E470-1B1A-EADF-94DA7253B32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315200" y="0"/>
            <a:ext cx="48768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C1AE97-7274-F222-2135-C3524958A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89616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7676" y="1114856"/>
            <a:ext cx="3923455" cy="408358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94612" y="1115290"/>
            <a:ext cx="5809713" cy="517121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954F329-E63B-9F25-4E06-2E98A6453D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2178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3701" y="1114655"/>
            <a:ext cx="2771326" cy="3675552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34532" y="1129145"/>
            <a:ext cx="7794231" cy="5157355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547F2C9-46DC-B902-E883-CE0360E6D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1995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5788" y="1111101"/>
            <a:ext cx="6339412" cy="114300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FB7CB50-241E-E6B6-1C0E-1B5466B147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192" y="0"/>
            <a:ext cx="45065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A1C94DDD-A7D7-1407-F63C-F296AB45422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785787" y="2402887"/>
            <a:ext cx="6339414" cy="3883614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63871FB-7459-8C2E-BA80-AD31AE855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1375613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04282-04A3-1CE1-50A4-AF83D0D40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85788" y="6438900"/>
            <a:ext cx="4774902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CA12AEFE-D7DE-804A-807C-704D5B34E13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C293909-C7AB-A707-F48B-6007FE725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7608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6991" y="1112104"/>
            <a:ext cx="7321615" cy="93268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5189CF27-6D02-DB0D-F5D1-1535F1479166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352643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373ED08-D584-FD0F-C5B0-EF4E07A0D89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76075" y="2187258"/>
            <a:ext cx="7349126" cy="409924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906524-8E7E-05A8-4F9E-A2C39750A3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1375613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56971-28FA-FA33-0A85-0B851EA7A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76076" y="6438900"/>
            <a:ext cx="5784614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F04B437D-29C2-D3ED-BEFA-E1F868B0FB5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0EB108D-6128-5356-6097-7D1D10551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3821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3394" y="1112104"/>
            <a:ext cx="7343564" cy="93268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3393" y="2187258"/>
            <a:ext cx="7343565" cy="409924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D039FC6-F740-7D02-FD07-5B1B076DCE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666571-786A-B2D2-4FC3-C22E71C24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3394" y="6438900"/>
            <a:ext cx="5779054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A324A0C0-9CB0-6208-0780-67E3C7F2C02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962654" y="6438900"/>
            <a:ext cx="864704" cy="419100"/>
          </a:xfrm>
        </p:spPr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F7421E2-5EEC-7791-DBEE-600FF5170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35522" y="6438900"/>
            <a:ext cx="601436" cy="419100"/>
          </a:xfrm>
        </p:spPr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61964118-5CFA-FFA8-E19F-A107D63DDC0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665559" y="0"/>
            <a:ext cx="352643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9363252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066" y="1115736"/>
            <a:ext cx="4738583" cy="1288169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88192" y="2552124"/>
            <a:ext cx="4738450" cy="3734376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84581EB-7A5A-925D-6E20-5C04A0EAA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84EA123-AEAB-8F33-C22D-31F9F11A9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88066" y="6438900"/>
            <a:ext cx="3174065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AA2FCA56-AA13-81B1-1707-7A5D7557B5F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352338" y="6438900"/>
            <a:ext cx="864704" cy="419100"/>
          </a:xfrm>
        </p:spPr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58A8E3-C7AA-9216-35FD-FE8205982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25206" y="6438900"/>
            <a:ext cx="601436" cy="419100"/>
          </a:xfrm>
        </p:spPr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0" y="0"/>
            <a:ext cx="60960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6320340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8396" y="1111101"/>
            <a:ext cx="3813845" cy="1493863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8397" y="2700671"/>
            <a:ext cx="3813846" cy="358583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6A796DD-1556-39E2-B5E4-90C1C2459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713B13-BCC2-B853-769C-4BC6A57D7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8395" y="6438900"/>
            <a:ext cx="2249335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A9915D6C-CE56-12D3-C15C-C56B3EFEAFE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37937" y="6438900"/>
            <a:ext cx="864704" cy="419100"/>
          </a:xfrm>
        </p:spPr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C3F576B-887C-7B84-0990-9143EA6C6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310805" y="6438900"/>
            <a:ext cx="601436" cy="419100"/>
          </a:xfrm>
        </p:spPr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92232" y="0"/>
            <a:ext cx="699976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670457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175ACA1F-D859-596B-9F50-F1E9A2654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7894207" y="1112431"/>
            <a:ext cx="3230993" cy="185894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2A43D9F3-C10E-5B48-BB59-16A8600BD3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192" y="0"/>
            <a:ext cx="7481777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2E10F120-2F5B-B2FD-DB40-683E6176C3D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901280" y="3133255"/>
            <a:ext cx="3223920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  <a:lvl2pPr marL="228600" indent="0">
              <a:lnSpc>
                <a:spcPct val="100000"/>
              </a:lnSpc>
              <a:buNone/>
              <a:defRPr lang="en-US" dirty="0"/>
            </a:lvl2pPr>
            <a:lvl3pPr marL="457200" indent="0">
              <a:lnSpc>
                <a:spcPct val="100000"/>
              </a:lnSpc>
              <a:buNone/>
              <a:defRPr lang="en-US" dirty="0"/>
            </a:lvl3pPr>
            <a:lvl4pPr marL="685800" indent="0">
              <a:lnSpc>
                <a:spcPct val="100000"/>
              </a:lnSpc>
              <a:buNone/>
              <a:defRPr lang="en-US" dirty="0"/>
            </a:lvl4pPr>
            <a:lvl5pPr marL="914400" indent="0">
              <a:lnSpc>
                <a:spcPct val="100000"/>
              </a:lnSpc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9A12B08-97E1-66BD-9B69-377E285127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1375613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EACEEC7-E0DC-ABF5-188B-5636A17B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94207" y="6438900"/>
            <a:ext cx="1666482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D0A24C6D-468E-EAE9-2363-772EA5E51DD0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4C85811-EF51-7552-5F12-17748D280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4283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324" y="3987802"/>
            <a:ext cx="3044954" cy="2309785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443331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55935" y="3987802"/>
            <a:ext cx="7460029" cy="2309785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  <a:lvl2pPr marL="228600" indent="0">
              <a:lnSpc>
                <a:spcPct val="100000"/>
              </a:lnSpc>
              <a:buNone/>
              <a:defRPr lang="en-US" dirty="0"/>
            </a:lvl2pPr>
            <a:lvl3pPr marL="457200" indent="0">
              <a:lnSpc>
                <a:spcPct val="100000"/>
              </a:lnSpc>
              <a:buNone/>
              <a:defRPr lang="en-US" dirty="0"/>
            </a:lvl3pPr>
            <a:lvl4pPr marL="685800" indent="0">
              <a:lnSpc>
                <a:spcPct val="100000"/>
              </a:lnSpc>
              <a:buNone/>
              <a:defRPr lang="en-US" dirty="0"/>
            </a:lvl4pPr>
            <a:lvl5pPr marL="914400" indent="0">
              <a:lnSpc>
                <a:spcPct val="100000"/>
              </a:lnSpc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C699AE1-DA01-C4DA-C5BE-8DD9BE13F6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4115092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73F0BC-3C5E-8E58-AFDC-804E1C1C761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6E5C888-EE74-5D59-47AA-40A53F60011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794CA46-7ABA-FF39-20BD-C83B4F6D957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7227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85BA164-9326-7934-95DF-A6AAB3F42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120990"/>
            <a:ext cx="10477320" cy="969264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2286008"/>
            <a:ext cx="6096000" cy="4571992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91745" y="2286008"/>
            <a:ext cx="4876515" cy="400049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0BF8A-7D94-1C82-F661-F1B7A93A43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88C72B-1D4E-3882-C750-7F965F6E7B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691744" y="6438900"/>
            <a:ext cx="2959151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14FA71-0863-B2C8-8E42-C0A1F133DC6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6C2E8-E8FC-5DC8-863C-CF7823CD4AE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009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243CE06-05E5-2B64-1E1C-8F81B788D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122200"/>
            <a:ext cx="3696859" cy="1505157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9ADE1102-BF4C-FC7C-22F6-B8453DE3B19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81100" y="2840181"/>
            <a:ext cx="3606699" cy="344631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6C8ACD7F-7B34-5741-6323-6829CFDA10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13673" y="1122201"/>
            <a:ext cx="6602291" cy="5164298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1322A97-1C32-A52E-951B-60B114B307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67409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99AD5248-C0E5-8356-EB8F-904EDDA5F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7304" y="4757193"/>
            <a:ext cx="6477896" cy="1126554"/>
          </a:xfrm>
        </p:spPr>
        <p:txBody>
          <a:bodyPr anchor="b">
            <a:normAutofit/>
          </a:bodyPr>
          <a:lstStyle>
            <a:lvl1pPr algn="r">
              <a:defRPr sz="2000" b="0" cap="none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5F5F1C4-3BA4-0163-6A5F-9D95D58C7EA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" y="64008"/>
            <a:ext cx="12027408" cy="4600592"/>
          </a:xfrm>
        </p:spPr>
        <p:txBody>
          <a:bodyPr>
            <a:noAutofit/>
          </a:bodyPr>
          <a:lstStyle>
            <a:lvl1pPr>
              <a:lnSpc>
                <a:spcPct val="85000"/>
              </a:lnSpc>
              <a:defRPr sz="3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A84DB20-94E7-1E79-B65B-67C6158DB1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387805" y="5715000"/>
            <a:ext cx="804195" cy="0"/>
          </a:xfrm>
          <a:prstGeom prst="line">
            <a:avLst/>
          </a:prstGeom>
          <a:ln w="1206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031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286261"/>
            <a:ext cx="1065276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88136" y="1039095"/>
            <a:ext cx="9418320" cy="5070068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6000" b="1"/>
            </a:lvl1pPr>
            <a:lvl2pPr marL="228600" indent="0">
              <a:lnSpc>
                <a:spcPct val="90000"/>
              </a:lnSpc>
              <a:buNone/>
              <a:defRPr sz="6000" b="1"/>
            </a:lvl2pPr>
            <a:lvl3pPr marL="457200" indent="0">
              <a:lnSpc>
                <a:spcPct val="90000"/>
              </a:lnSpc>
              <a:buNone/>
              <a:defRPr sz="6000" b="1"/>
            </a:lvl3pPr>
            <a:lvl4pPr marL="685800" indent="0">
              <a:lnSpc>
                <a:spcPct val="90000"/>
              </a:lnSpc>
              <a:buNone/>
              <a:defRPr sz="6000" b="1"/>
            </a:lvl4pPr>
            <a:lvl5pPr marL="914400" indent="0">
              <a:lnSpc>
                <a:spcPct val="90000"/>
              </a:lnSpc>
              <a:buNone/>
              <a:defRPr sz="60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F2505C-CAED-34DC-7CD1-C57ADBBF9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745005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9">
            <a:extLst>
              <a:ext uri="{FF2B5EF4-FFF2-40B4-BE49-F238E27FC236}">
                <a16:creationId xmlns:a16="http://schemas.microsoft.com/office/drawing/2014/main" id="{873E5EF9-EDC5-CB2D-000A-85BB4DB582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6800" y="5418360"/>
            <a:ext cx="10058400" cy="466345"/>
          </a:xfrm>
        </p:spPr>
        <p:txBody>
          <a:bodyPr anchor="b">
            <a:normAutofit/>
          </a:bodyPr>
          <a:lstStyle>
            <a:lvl1pPr algn="r">
              <a:lnSpc>
                <a:spcPct val="100000"/>
              </a:lnSpc>
              <a:defRPr sz="2000" b="0" cap="none" baseline="0"/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5D1FFC6-C597-BE81-1790-A08954F44C4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5250" y="63500"/>
            <a:ext cx="11977688" cy="5080000"/>
          </a:xfrm>
        </p:spPr>
        <p:txBody>
          <a:bodyPr>
            <a:normAutofit/>
          </a:bodyPr>
          <a:lstStyle>
            <a:lvl1pPr>
              <a:lnSpc>
                <a:spcPct val="85000"/>
              </a:lnSpc>
              <a:defRPr sz="8000" b="1" cap="all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2949BEA-90AC-BE5F-28A7-80D65BD19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387805" y="5715292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74150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BF7AE-3892-4896-8C15-7A35A41EF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119132"/>
            <a:ext cx="9890066" cy="120459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D9A26-86F1-4817-B243-4DE63B4F18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82185" y="2440568"/>
            <a:ext cx="4841505" cy="3801284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54BF9B-EA16-48C8-96B9-7A66051BE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40568"/>
            <a:ext cx="4806002" cy="380128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29E05-3F6C-40BF-9324-118588B6C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E2D9F-1FCE-4A1C-996E-DB05777A8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9BE013-C5C0-4CBD-982E-36F037F73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B20CA7A-449A-6AC2-BFC5-17AF5007E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923491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ED885-5FE5-4407-BE4D-FAD01C40A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115329"/>
            <a:ext cx="9949455" cy="83885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322A77-C134-4857-83E5-51217D3C2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2088" y="1923190"/>
            <a:ext cx="4816475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8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10AFC6-F407-4F35-BD37-B32F9B4036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5482" y="1923190"/>
            <a:ext cx="4824913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8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4ECBFE-C62C-471B-BFE4-1272EAC34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92088" y="2825791"/>
            <a:ext cx="4816475" cy="3363871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8D60D5-0F83-46CB-92F3-849FC08E6E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5482" y="2825791"/>
            <a:ext cx="4824913" cy="3363871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40A80D-4CCB-4899-9E1D-A5967F4E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5AE694-5CA0-48DA-90D3-EC42BD1D8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753A9D-469A-4ED9-99A1-7E4B115F8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DA35A86-E7F6-6593-119D-A6DC85581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45823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C91E-0A11-4E5D-9B8D-5316E73A2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104100"/>
            <a:ext cx="9922764" cy="1294228"/>
          </a:xfrm>
        </p:spPr>
        <p:txBody>
          <a:bodyPr>
            <a:normAutofit/>
          </a:bodyPr>
          <a:lstStyle>
            <a:lvl1pPr>
              <a:defRPr sz="3600" cap="none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E36922-9A4C-453D-9B70-0C3A70281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B8A8D1-71AD-4F9F-B393-9EED83FEF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5AAEF2-65DC-4E28-9AA4-5115ACB07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8CF7AFD-0570-B046-A2C2-3EFA87354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795931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59378-C430-49DB-B2D6-E32FBBCD4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F5A02-0FC4-41C8-A13C-4C929B288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B9D57D-CB8E-4E67-AE2D-2790E2AA6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4521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88135"/>
            <a:ext cx="10627828" cy="2084551"/>
          </a:xfrm>
        </p:spPr>
        <p:txBody>
          <a:bodyPr anchor="t" anchorCtr="0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419A5DD2-B3B3-D9BF-1A71-B20742D142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88134" y="3276600"/>
            <a:ext cx="10627829" cy="316230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DCA1022-3377-EB7D-8261-EDD841636B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02575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88136"/>
            <a:ext cx="8430767" cy="1842020"/>
          </a:xfrm>
        </p:spPr>
        <p:txBody>
          <a:bodyPr anchor="t" anchorCtr="0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C06F55DC-E754-4B2B-C0AE-962C82565D0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77213" y="4246692"/>
            <a:ext cx="8430639" cy="1608008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C829929-F774-AF4E-F1BE-2DA3C43D0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25253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C6920-721D-86BF-8188-BC7AF5101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4F4A24-70F5-4CBF-4485-96559CDD92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1C4ACF-262F-0C2E-D75D-5E8FC02E2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083291-C6AB-D346-F370-3D69A5335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FEEBE7-BA8A-6F0E-CB18-6A13168AB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6598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4438DC-3CEE-4170-9B1C-BAC05CD8C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90245"/>
            <a:ext cx="9922764" cy="9359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C19D24-DCBE-47F9-8B85-8A118B02B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88136" y="2119745"/>
            <a:ext cx="9922764" cy="41667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D5844-8163-4D82-BEFC-BC2D8D511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88136" y="6438900"/>
            <a:ext cx="8562760" cy="419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F5788-BDCE-49E2-80AE-31C739C6A0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50896" y="6438900"/>
            <a:ext cx="864704" cy="419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900">
                <a:solidFill>
                  <a:schemeClr val="tx1"/>
                </a:solidFill>
              </a:defRPr>
            </a:lvl1pPr>
          </a:lstStyle>
          <a:p>
            <a:fld id="{DD20782C-0F45-447A-BF23-AC527316A4E0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698A50-C435-4220-82C6-C8D62A7C9E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23764" y="6438900"/>
            <a:ext cx="601436" cy="419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>
                <a:solidFill>
                  <a:schemeClr val="tx1"/>
                </a:solidFill>
              </a:defRPr>
            </a:lvl1pPr>
          </a:lstStyle>
          <a:p>
            <a:fld id="{712EA7AB-17EA-4BE2-A821-0A528517C6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343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6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pos="744">
          <p15:clr>
            <a:srgbClr val="F26B43"/>
          </p15:clr>
        </p15:guide>
        <p15:guide id="6">
          <p15:clr>
            <a:srgbClr val="F26B43"/>
          </p15:clr>
        </p15:guide>
        <p15:guide id="8" pos="6936">
          <p15:clr>
            <a:srgbClr val="F26B43"/>
          </p15:clr>
        </p15:guide>
        <p15:guide id="10" orient="horz" pos="720">
          <p15:clr>
            <a:srgbClr val="F26B43"/>
          </p15:clr>
        </p15:guide>
        <p15:guide id="14" pos="6624">
          <p15:clr>
            <a:srgbClr val="F26B43"/>
          </p15:clr>
        </p15:guide>
        <p15:guide id="22" orient="horz" pos="360">
          <p15:clr>
            <a:srgbClr val="F26B43"/>
          </p15:clr>
        </p15:guide>
        <p15:guide id="23" orient="horz" pos="3960">
          <p15:clr>
            <a:srgbClr val="F26B43"/>
          </p15:clr>
        </p15:guide>
        <p15:guide id="24" orient="horz" pos="2160">
          <p15:clr>
            <a:srgbClr val="F26B43"/>
          </p15:clr>
        </p15:guide>
        <p15:guide id="25" pos="7680">
          <p15:clr>
            <a:srgbClr val="F26B43"/>
          </p15:clr>
        </p15:guide>
        <p15:guide id="26" pos="3840">
          <p15:clr>
            <a:srgbClr val="F26B43"/>
          </p15:clr>
        </p15:guide>
        <p15:guide id="27" pos="6168">
          <p15:clr>
            <a:srgbClr val="F26B43"/>
          </p15:clr>
        </p15:guide>
        <p15:guide id="28" pos="672">
          <p15:clr>
            <a:srgbClr val="F26B43"/>
          </p15:clr>
        </p15:guide>
        <p15:guide id="29" pos="7008">
          <p15:clr>
            <a:srgbClr val="F26B43"/>
          </p15:clr>
        </p15:guide>
        <p15:guide id="30" orient="horz" pos="4056">
          <p15:clr>
            <a:srgbClr val="F26B43"/>
          </p15:clr>
        </p15:guide>
        <p15:guide id="31" orient="horz" pos="3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C9415-D010-63BD-0018-CD3509C1CE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Bank </a:t>
            </a:r>
            <a:r>
              <a:rPr lang="en-US" dirty="0" err="1"/>
              <a:t>repl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E9BEC3-6613-E009-4831-D7F28C1C758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Dennis Keithly</a:t>
            </a:r>
          </a:p>
        </p:txBody>
      </p:sp>
    </p:spTree>
    <p:extLst>
      <p:ext uri="{BB962C8B-B14F-4D97-AF65-F5344CB8AC3E}">
        <p14:creationId xmlns:p14="http://schemas.microsoft.com/office/powerpoint/2010/main" val="2905268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ABF17-CD03-ABB5-BF92-51FABE0CD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9D020-9E8E-97CE-9E23-5BD158B42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bank </a:t>
            </a:r>
            <a:r>
              <a:rPr lang="en-US" dirty="0" err="1"/>
              <a:t>repl</a:t>
            </a:r>
            <a:r>
              <a:rPr lang="en-US" dirty="0"/>
              <a:t> application utilizes clean code principles. The code base is structured around separation of concerns and contains the following layers:</a:t>
            </a:r>
          </a:p>
          <a:p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Api layer: Interface and error handling. Calls service layer</a:t>
            </a:r>
          </a:p>
          <a:p>
            <a:pPr marL="285750" indent="-285750">
              <a:buFontTx/>
              <a:buChar char="-"/>
            </a:pPr>
            <a:r>
              <a:rPr lang="en-US" dirty="0"/>
              <a:t>Service Layer: Business logic and logging. Calls persistence layer</a:t>
            </a:r>
          </a:p>
          <a:p>
            <a:pPr marL="285750" indent="-285750">
              <a:buFontTx/>
              <a:buChar char="-"/>
            </a:pPr>
            <a:r>
              <a:rPr lang="en-US" dirty="0"/>
              <a:t>Persistence Layer: Database Access Objects</a:t>
            </a:r>
          </a:p>
          <a:p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Domain Layer: Object Definitions. Provides </a:t>
            </a:r>
            <a:r>
              <a:rPr lang="en-US"/>
              <a:t>general structure to every layer.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117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70AA7-6D8B-C828-05BC-80DD1F957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95763-55C9-5D2D-F40A-0CD17324E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 testing is done using Junit. Jupiter and Mockito exist to help test in a void.</a:t>
            </a:r>
          </a:p>
          <a:p>
            <a:r>
              <a:rPr lang="en-US" dirty="0"/>
              <a:t>Unit test goes over the service layer to ensure any input results in an expected output</a:t>
            </a:r>
          </a:p>
          <a:p>
            <a:endParaRPr lang="en-US" dirty="0"/>
          </a:p>
          <a:p>
            <a:r>
              <a:rPr lang="en-US" dirty="0"/>
              <a:t>Positive test to ensure the function works, negative tests to ensure graceful error handling.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03D894-8A6F-7FDF-7840-69E62BB0B6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4" y="4735328"/>
            <a:ext cx="3535318" cy="19804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1429B8-2710-74B3-5469-199F271C8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6733" y="4723651"/>
            <a:ext cx="3415361" cy="20315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F4E8F0-D803-E8DA-B5D5-4BB2BCCCD2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7635" y="3244344"/>
            <a:ext cx="7916729" cy="149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41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F65A3-DD9B-E59D-5E78-88BFB9BB1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BAE2CF-3DBD-4DF2-2B19-2DC2F34FD6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Logback is the method of logging. Most logging is done on the service layer, with an exception inside the </a:t>
            </a:r>
            <a:r>
              <a:rPr lang="en-US" dirty="0" err="1"/>
              <a:t>ConnectionFactory</a:t>
            </a:r>
            <a:r>
              <a:rPr lang="en-US" dirty="0"/>
              <a:t> to notify of database loss.</a:t>
            </a:r>
          </a:p>
          <a:p>
            <a:endParaRPr lang="en-US" dirty="0"/>
          </a:p>
          <a:p>
            <a:r>
              <a:rPr lang="en-US" dirty="0"/>
              <a:t>This allows us to track user behavior and where sources of error may be happening.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1ACC84-0B29-4D04-EF05-6861A5F26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4" y="3569227"/>
            <a:ext cx="9938151" cy="14769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D386C1-4E5D-A3EC-4868-EAC95DB373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4" y="5954761"/>
            <a:ext cx="9954354" cy="293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7173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BE962-C88C-83FA-E6DB-644EB5DB6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F786C-53AB-9BB0-D6A6-01177B41AF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show the functions and how the application works, let’s move into the demo.</a:t>
            </a:r>
          </a:p>
        </p:txBody>
      </p:sp>
    </p:spTree>
    <p:extLst>
      <p:ext uri="{BB962C8B-B14F-4D97-AF65-F5344CB8AC3E}">
        <p14:creationId xmlns:p14="http://schemas.microsoft.com/office/powerpoint/2010/main" val="314795595"/>
      </p:ext>
    </p:extLst>
  </p:cSld>
  <p:clrMapOvr>
    <a:masterClrMapping/>
  </p:clrMapOvr>
</p:sld>
</file>

<file path=ppt/theme/theme1.xml><?xml version="1.0" encoding="utf-8"?>
<a:theme xmlns:a="http://schemas.openxmlformats.org/drawingml/2006/main" name="Bjorn">
  <a:themeElements>
    <a:clrScheme name="Bjorn">
      <a:dk1>
        <a:srgbClr val="000000"/>
      </a:dk1>
      <a:lt1>
        <a:srgbClr val="FFFFFF"/>
      </a:lt1>
      <a:dk2>
        <a:srgbClr val="003474"/>
      </a:dk2>
      <a:lt2>
        <a:srgbClr val="EFE6EB"/>
      </a:lt2>
      <a:accent1>
        <a:srgbClr val="28AE70"/>
      </a:accent1>
      <a:accent2>
        <a:srgbClr val="AC9E0C"/>
      </a:accent2>
      <a:accent3>
        <a:srgbClr val="EF3475"/>
      </a:accent3>
      <a:accent4>
        <a:srgbClr val="8961F3"/>
      </a:accent4>
      <a:accent5>
        <a:srgbClr val="11ADD3"/>
      </a:accent5>
      <a:accent6>
        <a:srgbClr val="E78813"/>
      </a:accent6>
      <a:hlink>
        <a:srgbClr val="CD45C3"/>
      </a:hlink>
      <a:folHlink>
        <a:srgbClr val="E34E4E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jorn" id="{121AC9A9-9DF1-410F-980B-228D05632962}" vid="{661A2AC3-DE07-4883-A618-4B52B678F5E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Bjorn</Template>
  <TotalTime>4149</TotalTime>
  <Words>185</Words>
  <Application>Microsoft Office PowerPoint</Application>
  <PresentationFormat>Widescreen</PresentationFormat>
  <Paragraphs>22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Arial</vt:lpstr>
      <vt:lpstr>Neue Haas Grotesk Text Pro</vt:lpstr>
      <vt:lpstr>System Font Regular</vt:lpstr>
      <vt:lpstr>Bjorn</vt:lpstr>
      <vt:lpstr>Bank repl</vt:lpstr>
      <vt:lpstr>Multilayer</vt:lpstr>
      <vt:lpstr>Unit tests</vt:lpstr>
      <vt:lpstr>Logging</vt:lpstr>
      <vt:lpstr>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Dennis Keithly</dc:creator>
  <cp:lastModifiedBy>Dennis Keithly</cp:lastModifiedBy>
  <cp:revision>6</cp:revision>
  <dcterms:created xsi:type="dcterms:W3CDTF">2026-09-18T17:55:00Z</dcterms:created>
  <dcterms:modified xsi:type="dcterms:W3CDTF">2026-09-24T15:05:36Z</dcterms:modified>
</cp:coreProperties>
</file>