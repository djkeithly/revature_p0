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1"/>
  </p:notesMasterIdLst>
  <p:sldIdLst>
    <p:sldId id="256" r:id="rId2"/>
    <p:sldId id="262" r:id="rId3"/>
    <p:sldId id="258" r:id="rId4"/>
    <p:sldId id="263" r:id="rId5"/>
    <p:sldId id="264" r:id="rId6"/>
    <p:sldId id="265" r:id="rId7"/>
    <p:sldId id="259" r:id="rId8"/>
    <p:sldId id="260" r:id="rId9"/>
    <p:sldId id="261"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nnis Keithly" userId="da2d8775a2aef372" providerId="LiveId" clId="{0872FA9D-92CF-41B2-9C6A-CDB16A749D14}"/>
    <pc:docChg chg="modSld">
      <pc:chgData name="Dennis Keithly" userId="da2d8775a2aef372" providerId="LiveId" clId="{0872FA9D-92CF-41B2-9C6A-CDB16A749D14}" dt="2026-09-21T15:46:02.561" v="26" actId="1076"/>
      <pc:docMkLst>
        <pc:docMk/>
      </pc:docMkLst>
      <pc:sldChg chg="addSp modSp mod">
        <pc:chgData name="Dennis Keithly" userId="da2d8775a2aef372" providerId="LiveId" clId="{0872FA9D-92CF-41B2-9C6A-CDB16A749D14}" dt="2026-09-21T15:45:24.241" v="23" actId="1076"/>
        <pc:sldMkLst>
          <pc:docMk/>
          <pc:sldMk cId="910117835" sldId="258"/>
        </pc:sldMkLst>
        <pc:spChg chg="mod">
          <ac:chgData name="Dennis Keithly" userId="da2d8775a2aef372" providerId="LiveId" clId="{0872FA9D-92CF-41B2-9C6A-CDB16A749D14}" dt="2026-09-21T15:43:05.530" v="15" actId="20577"/>
          <ac:spMkLst>
            <pc:docMk/>
            <pc:sldMk cId="910117835" sldId="258"/>
            <ac:spMk id="3" creationId="{E2A9D020-9E8E-97CE-9E23-5BD158B427A9}"/>
          </ac:spMkLst>
        </pc:spChg>
        <pc:picChg chg="add mod">
          <ac:chgData name="Dennis Keithly" userId="da2d8775a2aef372" providerId="LiveId" clId="{0872FA9D-92CF-41B2-9C6A-CDB16A749D14}" dt="2026-09-21T15:43:57.249" v="18" actId="1076"/>
          <ac:picMkLst>
            <pc:docMk/>
            <pc:sldMk cId="910117835" sldId="258"/>
            <ac:picMk id="5" creationId="{40BF2BE5-3CE9-E460-AEB3-45966F7C5253}"/>
          </ac:picMkLst>
        </pc:picChg>
        <pc:picChg chg="add mod">
          <ac:chgData name="Dennis Keithly" userId="da2d8775a2aef372" providerId="LiveId" clId="{0872FA9D-92CF-41B2-9C6A-CDB16A749D14}" dt="2026-09-21T15:44:45.066" v="21" actId="14100"/>
          <ac:picMkLst>
            <pc:docMk/>
            <pc:sldMk cId="910117835" sldId="258"/>
            <ac:picMk id="7" creationId="{B8085F88-6CF9-1DF5-F844-1BD2F15727EA}"/>
          </ac:picMkLst>
        </pc:picChg>
        <pc:picChg chg="add mod">
          <ac:chgData name="Dennis Keithly" userId="da2d8775a2aef372" providerId="LiveId" clId="{0872FA9D-92CF-41B2-9C6A-CDB16A749D14}" dt="2026-09-21T15:45:24.241" v="23" actId="1076"/>
          <ac:picMkLst>
            <pc:docMk/>
            <pc:sldMk cId="910117835" sldId="258"/>
            <ac:picMk id="9" creationId="{8403976B-0D7F-8F1B-5C36-2747E725454F}"/>
          </ac:picMkLst>
        </pc:picChg>
      </pc:sldChg>
      <pc:sldChg chg="addSp modSp mod">
        <pc:chgData name="Dennis Keithly" userId="da2d8775a2aef372" providerId="LiveId" clId="{0872FA9D-92CF-41B2-9C6A-CDB16A749D14}" dt="2026-09-21T15:46:02.561" v="26" actId="1076"/>
        <pc:sldMkLst>
          <pc:docMk/>
          <pc:sldMk cId="1135717389" sldId="260"/>
        </pc:sldMkLst>
        <pc:picChg chg="add mod">
          <ac:chgData name="Dennis Keithly" userId="da2d8775a2aef372" providerId="LiveId" clId="{0872FA9D-92CF-41B2-9C6A-CDB16A749D14}" dt="2026-09-21T15:45:31.048" v="24" actId="1076"/>
          <ac:picMkLst>
            <pc:docMk/>
            <pc:sldMk cId="1135717389" sldId="260"/>
            <ac:picMk id="5" creationId="{901ACC84-0B29-4D04-EF05-6861A5F26180}"/>
          </ac:picMkLst>
        </pc:picChg>
        <pc:picChg chg="add mod">
          <ac:chgData name="Dennis Keithly" userId="da2d8775a2aef372" providerId="LiveId" clId="{0872FA9D-92CF-41B2-9C6A-CDB16A749D14}" dt="2026-09-21T15:46:02.561" v="26" actId="1076"/>
          <ac:picMkLst>
            <pc:docMk/>
            <pc:sldMk cId="1135717389" sldId="260"/>
            <ac:picMk id="7" creationId="{57D386C1-4E5D-A3EC-4868-EAC95DB37379}"/>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E6B9F9D-34EC-4863-8EB5-F867A2E8E499}" type="datetimeFigureOut">
              <a:rPr lang="en-US" smtClean="0"/>
              <a:t>9/24/2026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D4AC4A-0267-4A53-9FBB-82E7EAC6F562}" type="slidenum">
              <a:rPr lang="en-US" smtClean="0"/>
              <a:t>‹#›</a:t>
            </a:fld>
            <a:endParaRPr lang="en-US"/>
          </a:p>
        </p:txBody>
      </p:sp>
    </p:spTree>
    <p:extLst>
      <p:ext uri="{BB962C8B-B14F-4D97-AF65-F5344CB8AC3E}">
        <p14:creationId xmlns:p14="http://schemas.microsoft.com/office/powerpoint/2010/main" val="23112630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8D4AC4A-0267-4A53-9FBB-82E7EAC6F562}" type="slidenum">
              <a:rPr lang="en-US" smtClean="0"/>
              <a:t>7</a:t>
            </a:fld>
            <a:endParaRPr lang="en-US"/>
          </a:p>
        </p:txBody>
      </p:sp>
    </p:spTree>
    <p:extLst>
      <p:ext uri="{BB962C8B-B14F-4D97-AF65-F5344CB8AC3E}">
        <p14:creationId xmlns:p14="http://schemas.microsoft.com/office/powerpoint/2010/main" val="399644919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179867CD-CD09-0EEC-D165-96584688B982}"/>
              </a:ext>
            </a:extLst>
          </p:cNvPr>
          <p:cNvSpPr>
            <a:spLocks noGrp="1"/>
          </p:cNvSpPr>
          <p:nvPr>
            <p:ph type="title"/>
          </p:nvPr>
        </p:nvSpPr>
        <p:spPr>
          <a:xfrm>
            <a:off x="82296" y="64007"/>
            <a:ext cx="12015216" cy="5120639"/>
          </a:xfrm>
        </p:spPr>
        <p:txBody>
          <a:bodyPr>
            <a:normAutofit/>
          </a:bodyPr>
          <a:lstStyle>
            <a:lvl1pPr>
              <a:defRPr sz="11000" cap="all"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F065D245-B564-481D-A323-F73C5BCA8461}"/>
              </a:ext>
            </a:extLst>
          </p:cNvPr>
          <p:cNvSpPr>
            <a:spLocks noGrp="1"/>
          </p:cNvSpPr>
          <p:nvPr>
            <p:ph type="subTitle" idx="1"/>
          </p:nvPr>
        </p:nvSpPr>
        <p:spPr>
          <a:xfrm>
            <a:off x="1088136" y="5360878"/>
            <a:ext cx="10037064" cy="566928"/>
          </a:xfrm>
        </p:spPr>
        <p:txBody>
          <a:bodyPr anchor="b" anchorCtr="0">
            <a:normAutofit/>
          </a:bodyPr>
          <a:lstStyle>
            <a:lvl1pPr marL="0" indent="0" algn="r">
              <a:lnSpc>
                <a:spcPct val="100000"/>
              </a:lnSpc>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011422A5-3076-413B-84CB-ED3BA4171CC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28E072EE-51B3-4C0C-A460-4684AB07930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F5267C68-40D5-477E-9DBC-C28FD4B1142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3C1F8589-B640-4540-D0AD-2B0461CD340F}"/>
              </a:ext>
              <a:ext uri="{C183D7F6-B498-43B3-948B-1728B52AA6E4}">
                <adec:decorative xmlns:adec="http://schemas.microsoft.com/office/drawing/2017/decorative" val="1"/>
              </a:ext>
            </a:extLst>
          </p:cNvPr>
          <p:cNvCxnSpPr>
            <a:cxnSpLocks/>
          </p:cNvCxnSpPr>
          <p:nvPr/>
        </p:nvCxnSpPr>
        <p:spPr>
          <a:xfrm>
            <a:off x="11387805" y="5749927"/>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4884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3EE2F5-9D3C-4BE7-9AD5-335B31CF2CB5}"/>
              </a:ext>
            </a:extLst>
          </p:cNvPr>
          <p:cNvSpPr>
            <a:spLocks noGrp="1"/>
          </p:cNvSpPr>
          <p:nvPr>
            <p:ph type="title"/>
          </p:nvPr>
        </p:nvSpPr>
        <p:spPr>
          <a:xfrm>
            <a:off x="1088136" y="1090246"/>
            <a:ext cx="10840626" cy="790510"/>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5F98C4F-4BF6-47CF-ABEE-2B12748C470C}"/>
              </a:ext>
            </a:extLst>
          </p:cNvPr>
          <p:cNvSpPr>
            <a:spLocks noGrp="1"/>
          </p:cNvSpPr>
          <p:nvPr>
            <p:ph idx="1"/>
          </p:nvPr>
        </p:nvSpPr>
        <p:spPr>
          <a:xfrm>
            <a:off x="1088135" y="1880756"/>
            <a:ext cx="10840627" cy="45581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6151AB30-CD74-471D-9FA6-ADC0C901E6D0}"/>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D539070-70D2-4DD1-A439-155343FE262E}"/>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A6A137C4-F19E-4521-8DCB-4E0CF9CA319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FD144482-F463-E942-01AE-69DF54F4171C}"/>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21292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087847" y="4676177"/>
            <a:ext cx="10835639" cy="1319510"/>
          </a:xfrm>
        </p:spPr>
        <p:txBody>
          <a:bodyPr vert="horz" lIns="91440" tIns="45720" rIns="91440" bIns="45720" rtlCol="0" anchor="b">
            <a:noAutofit/>
          </a:bodyPr>
          <a:lstStyle>
            <a:lvl1pPr>
              <a:defRPr lang="en-US" sz="54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1087847" y="6065134"/>
            <a:ext cx="10835639" cy="373766"/>
          </a:xfrm>
        </p:spPr>
        <p:txBody>
          <a:bodyPr vert="horz" lIns="91440" tIns="45720" rIns="91440" bIns="45720" rtlCol="0" anchor="b">
            <a:noAutofit/>
          </a:bodyPr>
          <a:lstStyle>
            <a:lvl1pPr marL="0" indent="0">
              <a:spcBef>
                <a:spcPts val="0"/>
              </a:spcBef>
              <a:buNone/>
              <a:defRPr lang="en-US" sz="2000" dirty="0"/>
            </a:lvl1pPr>
          </a:lstStyle>
          <a:p>
            <a:pPr lvl="0"/>
            <a:r>
              <a:rPr lang="en-US"/>
              <a:t>Click to edit Master subtitle style</a:t>
            </a:r>
            <a:endParaRPr lang="en-US" dirty="0"/>
          </a:p>
        </p:txBody>
      </p:sp>
      <p:sp>
        <p:nvSpPr>
          <p:cNvPr id="11" name="Picture Placeholder 10">
            <a:extLst>
              <a:ext uri="{FF2B5EF4-FFF2-40B4-BE49-F238E27FC236}">
                <a16:creationId xmlns:a16="http://schemas.microsoft.com/office/drawing/2014/main" id="{B24A208E-BD69-BB12-21B8-DA405B501FA8}"/>
              </a:ext>
            </a:extLst>
          </p:cNvPr>
          <p:cNvSpPr>
            <a:spLocks noGrp="1"/>
          </p:cNvSpPr>
          <p:nvPr>
            <p:ph type="pic" sz="quarter" idx="13" hasCustomPrompt="1"/>
          </p:nvPr>
        </p:nvSpPr>
        <p:spPr>
          <a:xfrm>
            <a:off x="0" y="1"/>
            <a:ext cx="12191999" cy="4467828"/>
          </a:xfrm>
          <a:blipFill dpi="0" rotWithShape="1">
            <a:blip r:embed="rId2">
              <a:alphaModFix amt="60000"/>
            </a:blip>
            <a:srcRect/>
            <a:stretch>
              <a:fillRect/>
            </a:stretch>
          </a:blipFill>
        </p:spPr>
        <p:txBody>
          <a:bodyPr/>
          <a:lstStyle>
            <a:lvl1pPr marL="0" indent="0">
              <a:buNone/>
              <a:defRPr/>
            </a:lvl1pPr>
          </a:lstStyle>
          <a:p>
            <a:r>
              <a:rPr lang="en-US" dirty="0"/>
              <a:t> </a:t>
            </a:r>
          </a:p>
        </p:txBody>
      </p:sp>
      <p:cxnSp>
        <p:nvCxnSpPr>
          <p:cNvPr id="4" name="Straight Connector 3">
            <a:extLst>
              <a:ext uri="{FF2B5EF4-FFF2-40B4-BE49-F238E27FC236}">
                <a16:creationId xmlns:a16="http://schemas.microsoft.com/office/drawing/2014/main" id="{A7765164-0D02-5316-1845-119CB011190B}"/>
              </a:ext>
              <a:ext uri="{C183D7F6-B498-43B3-948B-1728B52AA6E4}">
                <adec:decorative xmlns:adec="http://schemas.microsoft.com/office/drawing/2017/decorative" val="1"/>
              </a:ext>
            </a:extLst>
          </p:cNvPr>
          <p:cNvCxnSpPr>
            <a:cxnSpLocks/>
          </p:cNvCxnSpPr>
          <p:nvPr/>
        </p:nvCxnSpPr>
        <p:spPr>
          <a:xfrm>
            <a:off x="0" y="5715000"/>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Footer Placeholder 5">
            <a:extLst>
              <a:ext uri="{FF2B5EF4-FFF2-40B4-BE49-F238E27FC236}">
                <a16:creationId xmlns:a16="http://schemas.microsoft.com/office/drawing/2014/main" id="{2DFA2081-8ED6-0719-D0B6-2818D6019332}"/>
              </a:ext>
            </a:extLst>
          </p:cNvPr>
          <p:cNvSpPr>
            <a:spLocks noGrp="1"/>
          </p:cNvSpPr>
          <p:nvPr>
            <p:ph type="ftr" sz="quarter" idx="15"/>
          </p:nvPr>
        </p:nvSpPr>
        <p:spPr/>
        <p:txBody>
          <a:bodyPr/>
          <a:lstStyle/>
          <a:p>
            <a:endParaRPr lang="en-US"/>
          </a:p>
        </p:txBody>
      </p:sp>
      <p:sp>
        <p:nvSpPr>
          <p:cNvPr id="5" name="Date Placeholder 4">
            <a:extLst>
              <a:ext uri="{FF2B5EF4-FFF2-40B4-BE49-F238E27FC236}">
                <a16:creationId xmlns:a16="http://schemas.microsoft.com/office/drawing/2014/main" id="{9A51F47A-9B8B-A343-2C56-110E21331AE3}"/>
              </a:ext>
            </a:extLst>
          </p:cNvPr>
          <p:cNvSpPr>
            <a:spLocks noGrp="1"/>
          </p:cNvSpPr>
          <p:nvPr>
            <p:ph type="dt" sz="half" idx="14"/>
          </p:nvPr>
        </p:nvSpPr>
        <p:spPr/>
        <p:txBody>
          <a:bodyPr/>
          <a:lstStyle/>
          <a:p>
            <a:fld id="{DD20782C-0F45-447A-BF23-AC527316A4E0}" type="datetimeFigureOut">
              <a:rPr lang="en-US" smtClean="0"/>
              <a:t>9/24/2026</a:t>
            </a:fld>
            <a:endParaRPr lang="en-US"/>
          </a:p>
        </p:txBody>
      </p:sp>
      <p:sp>
        <p:nvSpPr>
          <p:cNvPr id="10" name="Slide Number Placeholder 9">
            <a:extLst>
              <a:ext uri="{FF2B5EF4-FFF2-40B4-BE49-F238E27FC236}">
                <a16:creationId xmlns:a16="http://schemas.microsoft.com/office/drawing/2014/main" id="{F259CCC4-FA9E-2074-3142-5EBA62F91B25}"/>
              </a:ext>
            </a:extLst>
          </p:cNvPr>
          <p:cNvSpPr>
            <a:spLocks noGrp="1"/>
          </p:cNvSpPr>
          <p:nvPr>
            <p:ph type="sldNum" sz="quarter" idx="16"/>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72222715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46390" y="1411358"/>
            <a:ext cx="3736010" cy="2845567"/>
          </a:xfrm>
        </p:spPr>
        <p:txBody>
          <a:bodyPr vert="horz" lIns="91440" tIns="45720" rIns="91440" bIns="45720" rtlCol="0" anchor="b">
            <a:no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46388" y="4403039"/>
            <a:ext cx="3729915" cy="1123122"/>
          </a:xfrm>
        </p:spPr>
        <p:txBody>
          <a:bodyPr vert="horz" lIns="91440" tIns="45720" rIns="91440" bIns="45720" rtlCol="0">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14" name="Picture Placeholder 13">
            <a:extLst>
              <a:ext uri="{FF2B5EF4-FFF2-40B4-BE49-F238E27FC236}">
                <a16:creationId xmlns:a16="http://schemas.microsoft.com/office/drawing/2014/main" id="{51A639AF-317A-79DF-3175-64C726EA3189}"/>
              </a:ext>
            </a:extLst>
          </p:cNvPr>
          <p:cNvSpPr>
            <a:spLocks noGrp="1"/>
          </p:cNvSpPr>
          <p:nvPr>
            <p:ph type="pic" sz="quarter" idx="14" hasCustomPrompt="1"/>
          </p:nvPr>
        </p:nvSpPr>
        <p:spPr>
          <a:xfrm>
            <a:off x="0" y="0"/>
            <a:ext cx="7617785" cy="6858000"/>
          </a:xfrm>
          <a:custGeom>
            <a:avLst/>
            <a:gdLst>
              <a:gd name="connsiteX0" fmla="*/ 0 w 7195675"/>
              <a:gd name="connsiteY0" fmla="*/ 0 h 6858000"/>
              <a:gd name="connsiteX1" fmla="*/ 7195675 w 7195675"/>
              <a:gd name="connsiteY1" fmla="*/ 0 h 6858000"/>
              <a:gd name="connsiteX2" fmla="*/ 7195675 w 7195675"/>
              <a:gd name="connsiteY2" fmla="*/ 6858000 h 6858000"/>
              <a:gd name="connsiteX3" fmla="*/ 0 w 7195675"/>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7195675" h="6858000">
                <a:moveTo>
                  <a:pt x="0" y="0"/>
                </a:moveTo>
                <a:lnTo>
                  <a:pt x="7195675" y="0"/>
                </a:lnTo>
                <a:lnTo>
                  <a:pt x="7195675"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17" name="Footer Placeholder 4">
            <a:extLst>
              <a:ext uri="{FF2B5EF4-FFF2-40B4-BE49-F238E27FC236}">
                <a16:creationId xmlns:a16="http://schemas.microsoft.com/office/drawing/2014/main" id="{DF8C2BF2-38FB-0598-A4BE-DD111229A3FE}"/>
              </a:ext>
            </a:extLst>
          </p:cNvPr>
          <p:cNvSpPr>
            <a:spLocks noGrp="1"/>
          </p:cNvSpPr>
          <p:nvPr>
            <p:ph type="ftr" sz="quarter" idx="11"/>
          </p:nvPr>
        </p:nvSpPr>
        <p:spPr>
          <a:xfrm>
            <a:off x="7846388" y="6438900"/>
            <a:ext cx="1714301" cy="419100"/>
          </a:xfrm>
        </p:spPr>
        <p:txBody>
          <a:bodyPr/>
          <a:lstStyle/>
          <a:p>
            <a:endParaRPr lang="en-US"/>
          </a:p>
        </p:txBody>
      </p:sp>
      <p:sp>
        <p:nvSpPr>
          <p:cNvPr id="18" name="Date Placeholder 4">
            <a:extLst>
              <a:ext uri="{FF2B5EF4-FFF2-40B4-BE49-F238E27FC236}">
                <a16:creationId xmlns:a16="http://schemas.microsoft.com/office/drawing/2014/main" id="{5A41BBAF-5441-8512-B575-2EB961DD48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19" name="Slide Number Placeholder 5">
            <a:extLst>
              <a:ext uri="{FF2B5EF4-FFF2-40B4-BE49-F238E27FC236}">
                <a16:creationId xmlns:a16="http://schemas.microsoft.com/office/drawing/2014/main" id="{89401810-4A83-D1CF-00A6-76F622C7153C}"/>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977690056"/>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ection Header">
    <p:bg>
      <p:bgPr>
        <a:solidFill>
          <a:schemeClr val="tx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61A7175-8061-E7CC-68E4-2B3CECB6CCFE}"/>
              </a:ext>
            </a:extLst>
          </p:cNvPr>
          <p:cNvSpPr>
            <a:spLocks noGrp="1"/>
          </p:cNvSpPr>
          <p:nvPr>
            <p:ph type="title" hasCustomPrompt="1"/>
          </p:nvPr>
        </p:nvSpPr>
        <p:spPr>
          <a:xfrm>
            <a:off x="1088136" y="1090244"/>
            <a:ext cx="10037064" cy="5159257"/>
          </a:xfrm>
        </p:spPr>
        <p:txBody>
          <a:bodyPr>
            <a:normAutofit/>
          </a:bodyPr>
          <a:lstStyle>
            <a:lvl1pPr>
              <a:defRPr sz="8000">
                <a:solidFill>
                  <a:schemeClr val="bg1"/>
                </a:solidFill>
              </a:defRPr>
            </a:lvl1pPr>
          </a:lstStyle>
          <a:p>
            <a:r>
              <a:rPr lang="en-US" dirty="0"/>
              <a:t>Section header</a:t>
            </a:r>
          </a:p>
        </p:txBody>
      </p:sp>
      <p:sp>
        <p:nvSpPr>
          <p:cNvPr id="5" name="Footer Placeholder 4">
            <a:extLst>
              <a:ext uri="{FF2B5EF4-FFF2-40B4-BE49-F238E27FC236}">
                <a16:creationId xmlns:a16="http://schemas.microsoft.com/office/drawing/2014/main" id="{4C094542-CAEF-4D6C-BE6A-BC100F0590F9}"/>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B3408851-4DCC-447C-828A-5F7E66F7623D}"/>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C8BDE40-8468-4051-9703-B751608AAF9D}"/>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96A5A591-C2D3-D6A3-432F-2C1371951C13}"/>
              </a:ext>
              <a:ext uri="{C183D7F6-B498-43B3-948B-1728B52AA6E4}">
                <adec:decorative xmlns:adec="http://schemas.microsoft.com/office/drawing/2017/decorative" val="1"/>
              </a:ext>
            </a:extLst>
          </p:cNvPr>
          <p:cNvCxnSpPr>
            <a:cxnSpLocks/>
          </p:cNvCxnSpPr>
          <p:nvPr/>
        </p:nvCxnSpPr>
        <p:spPr>
          <a:xfrm>
            <a:off x="0" y="1205868"/>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380979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CB916BDA-9E36-8180-7EBC-AC2A35C79FFC}"/>
              </a:ext>
            </a:extLst>
          </p:cNvPr>
          <p:cNvSpPr>
            <a:spLocks noGrp="1"/>
          </p:cNvSpPr>
          <p:nvPr>
            <p:ph type="title" hasCustomPrompt="1"/>
          </p:nvPr>
        </p:nvSpPr>
        <p:spPr>
          <a:xfrm>
            <a:off x="1090940" y="1088702"/>
            <a:ext cx="8479072" cy="1395553"/>
          </a:xfrm>
        </p:spPr>
        <p:txBody>
          <a:bodyPr anchor="t">
            <a:normAutofit/>
          </a:bodyPr>
          <a:lstStyle>
            <a:lvl1pPr>
              <a:defRPr sz="3600"/>
            </a:lvl1pPr>
          </a:lstStyle>
          <a:p>
            <a:r>
              <a:rPr lang="en-US" dirty="0"/>
              <a:t>Agenda</a:t>
            </a:r>
          </a:p>
        </p:txBody>
      </p:sp>
      <p:sp>
        <p:nvSpPr>
          <p:cNvPr id="8" name="Content Placeholder 6">
            <a:extLst>
              <a:ext uri="{FF2B5EF4-FFF2-40B4-BE49-F238E27FC236}">
                <a16:creationId xmlns:a16="http://schemas.microsoft.com/office/drawing/2014/main" id="{92AF672E-4752-50B9-9301-C8042FD003CC}"/>
              </a:ext>
            </a:extLst>
          </p:cNvPr>
          <p:cNvSpPr>
            <a:spLocks noGrp="1"/>
          </p:cNvSpPr>
          <p:nvPr>
            <p:ph sz="quarter" idx="13"/>
          </p:nvPr>
        </p:nvSpPr>
        <p:spPr>
          <a:xfrm>
            <a:off x="1096697" y="2484255"/>
            <a:ext cx="8467558" cy="3539514"/>
          </a:xfrm>
        </p:spPr>
        <p:txBody>
          <a:bodyPr>
            <a:normAutofit/>
          </a:bodyPr>
          <a:lstStyle>
            <a:lvl1pPr marL="457200" indent="-457200">
              <a:lnSpc>
                <a:spcPct val="100000"/>
              </a:lnSpc>
              <a:buFont typeface="+mj-lt"/>
              <a:buAutoNum type="arabicPeriod"/>
              <a:defRPr sz="2000"/>
            </a:lvl1pPr>
            <a:lvl2pPr marL="685800" indent="-457200">
              <a:lnSpc>
                <a:spcPct val="100000"/>
              </a:lnSpc>
              <a:buFont typeface="+mj-lt"/>
              <a:buAutoNum type="arabicPeriod"/>
              <a:defRPr sz="2000"/>
            </a:lvl2pPr>
            <a:lvl3pPr marL="800100" indent="-342900">
              <a:lnSpc>
                <a:spcPct val="100000"/>
              </a:lnSpc>
              <a:buFont typeface="+mj-lt"/>
              <a:buAutoNum type="arabicPeriod"/>
              <a:defRPr sz="2000"/>
            </a:lvl3pPr>
            <a:lvl4pPr marL="1028700" indent="-342900">
              <a:lnSpc>
                <a:spcPct val="100000"/>
              </a:lnSpc>
              <a:buFont typeface="+mj-lt"/>
              <a:buAutoNum type="arabicPeriod"/>
              <a:defRPr sz="2000"/>
            </a:lvl4pPr>
            <a:lvl5pPr marL="1257300" indent="-342900">
              <a:lnSpc>
                <a:spcPct val="100000"/>
              </a:lnSpc>
              <a:buFont typeface="+mj-lt"/>
              <a:buAutoNum type="arabicPeriod"/>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9" name="Straight Connector 8">
            <a:extLst>
              <a:ext uri="{FF2B5EF4-FFF2-40B4-BE49-F238E27FC236}">
                <a16:creationId xmlns:a16="http://schemas.microsoft.com/office/drawing/2014/main" id="{4565070F-FB67-7572-2807-986A2553765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581189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Agenda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1088136" y="1088136"/>
            <a:ext cx="5749392" cy="1554480"/>
          </a:xfrm>
        </p:spPr>
        <p:txBody>
          <a:bodyPr anchor="t" anchorCtr="0">
            <a:normAutofit/>
          </a:bodyPr>
          <a:lstStyle>
            <a:lvl1pPr>
              <a:defRPr sz="3600"/>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1088136" y="2651760"/>
            <a:ext cx="5749392" cy="3694176"/>
          </a:xfrm>
        </p:spPr>
        <p:txBody>
          <a:bodyPr>
            <a:normAutofit/>
          </a:bodyPr>
          <a:lstStyle>
            <a:lvl1pPr marL="342900" indent="-342900">
              <a:lnSpc>
                <a:spcPct val="100000"/>
              </a:lnSpc>
              <a:buFont typeface="System Font Regular"/>
              <a:buChar char="-"/>
              <a:defRPr sz="2000"/>
            </a:lvl1pPr>
            <a:lvl2pPr>
              <a:lnSpc>
                <a:spcPct val="100000"/>
              </a:lnSpc>
              <a:defRPr sz="2000"/>
            </a:lvl2pPr>
            <a:lvl3pPr>
              <a:lnSpc>
                <a:spcPct val="100000"/>
              </a:lnSpc>
              <a:defRPr sz="2000"/>
            </a:lvl3pPr>
            <a:lvl4pPr>
              <a:lnSpc>
                <a:spcPct val="100000"/>
              </a:lnSpc>
              <a:defRPr sz="2000"/>
            </a:lvl4pPr>
            <a:lvl5pPr>
              <a:lnSpc>
                <a:spcPct val="100000"/>
              </a:lnSpc>
              <a:defRPr sz="2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a:xfrm>
            <a:off x="1090940" y="6438900"/>
            <a:ext cx="3915404" cy="419100"/>
          </a:xfrm>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a:xfrm>
            <a:off x="5006344" y="6438900"/>
            <a:ext cx="1126120" cy="419100"/>
          </a:xfrm>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a:xfrm>
            <a:off x="6132464" y="6438900"/>
            <a:ext cx="705064" cy="419100"/>
          </a:xfrm>
        </p:spPr>
        <p:txBody>
          <a:bodyPr/>
          <a:lstStyle/>
          <a:p>
            <a:fld id="{712EA7AB-17EA-4BE2-A821-0A528517C664}" type="slidenum">
              <a:rPr lang="en-US" smtClean="0"/>
              <a:t>‹#›</a:t>
            </a:fld>
            <a:endParaRPr lang="en-US"/>
          </a:p>
        </p:txBody>
      </p:sp>
      <p:sp>
        <p:nvSpPr>
          <p:cNvPr id="6" name="Picture Placeholder 10">
            <a:extLst>
              <a:ext uri="{FF2B5EF4-FFF2-40B4-BE49-F238E27FC236}">
                <a16:creationId xmlns:a16="http://schemas.microsoft.com/office/drawing/2014/main" id="{E4B52E79-E470-1B1A-EADF-94DA7253B328}"/>
              </a:ext>
            </a:extLst>
          </p:cNvPr>
          <p:cNvSpPr>
            <a:spLocks noGrp="1"/>
          </p:cNvSpPr>
          <p:nvPr>
            <p:ph type="pic" sz="quarter" idx="14" hasCustomPrompt="1"/>
          </p:nvPr>
        </p:nvSpPr>
        <p:spPr>
          <a:xfrm>
            <a:off x="7315200" y="0"/>
            <a:ext cx="4876800" cy="6858000"/>
          </a:xfrm>
          <a:blipFill dpi="0" rotWithShape="1">
            <a:blip r:embed="rId2">
              <a:alphaModFix amt="60000"/>
            </a:blip>
            <a:srcRect/>
            <a:stretch>
              <a:fillRect/>
            </a:stretch>
          </a:blipFill>
        </p:spPr>
        <p:txBody>
          <a:bodyPr/>
          <a:lstStyle>
            <a:lvl1pPr>
              <a:defRPr/>
            </a:lvl1pPr>
          </a:lstStyle>
          <a:p>
            <a:r>
              <a:rPr lang="en-US" dirty="0"/>
              <a:t>  </a:t>
            </a:r>
          </a:p>
        </p:txBody>
      </p:sp>
      <p:cxnSp>
        <p:nvCxnSpPr>
          <p:cNvPr id="8" name="Straight Connector 7">
            <a:extLst>
              <a:ext uri="{FF2B5EF4-FFF2-40B4-BE49-F238E27FC236}">
                <a16:creationId xmlns:a16="http://schemas.microsoft.com/office/drawing/2014/main" id="{94C1AE97-7274-F222-2135-C3524958A87F}"/>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5896160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7676" y="1114856"/>
            <a:ext cx="3923455" cy="4083580"/>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294612" y="1115290"/>
            <a:ext cx="5809713" cy="5171210"/>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9954F329-E63B-9F25-4E06-2E98A6453DA7}"/>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2178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3701" y="1114655"/>
            <a:ext cx="2771326" cy="3675552"/>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134532" y="1129145"/>
            <a:ext cx="7794231" cy="5157355"/>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7547F2C9-46DC-B902-E883-CE0360E6DD94}"/>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1995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785788" y="1111101"/>
            <a:ext cx="6339412" cy="1143000"/>
          </a:xfrm>
        </p:spPr>
        <p:txBody>
          <a:bodyPr anchor="t"/>
          <a:lstStyle/>
          <a:p>
            <a:r>
              <a:rPr lang="en-US"/>
              <a:t>Click to edit Master title style</a:t>
            </a:r>
            <a:endParaRPr lang="en-US" dirty="0"/>
          </a:p>
        </p:txBody>
      </p:sp>
      <p:sp>
        <p:nvSpPr>
          <p:cNvPr id="6" name="Picture Placeholder 10">
            <a:extLst>
              <a:ext uri="{FF2B5EF4-FFF2-40B4-BE49-F238E27FC236}">
                <a16:creationId xmlns:a16="http://schemas.microsoft.com/office/drawing/2014/main" id="{6FB7CB50-241E-E6B6-1C0E-1B5466B14779}"/>
              </a:ext>
            </a:extLst>
          </p:cNvPr>
          <p:cNvSpPr>
            <a:spLocks noGrp="1"/>
          </p:cNvSpPr>
          <p:nvPr>
            <p:ph type="pic" sz="quarter" idx="13" hasCustomPrompt="1"/>
          </p:nvPr>
        </p:nvSpPr>
        <p:spPr>
          <a:xfrm>
            <a:off x="12192" y="0"/>
            <a:ext cx="4506585"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1" name="Content Placeholder 7">
            <a:extLst>
              <a:ext uri="{FF2B5EF4-FFF2-40B4-BE49-F238E27FC236}">
                <a16:creationId xmlns:a16="http://schemas.microsoft.com/office/drawing/2014/main" id="{A1C94DDD-A7D7-1407-F63C-F296AB454220}"/>
              </a:ext>
            </a:extLst>
          </p:cNvPr>
          <p:cNvSpPr>
            <a:spLocks noGrp="1"/>
          </p:cNvSpPr>
          <p:nvPr>
            <p:ph sz="quarter" idx="18"/>
          </p:nvPr>
        </p:nvSpPr>
        <p:spPr>
          <a:xfrm>
            <a:off x="4785787" y="2402887"/>
            <a:ext cx="6339414" cy="3883614"/>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3871FB-7459-8C2E-BA80-AD31AE855A93}"/>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A7504282-04A3-1CE1-50A4-AF83D0D40A42}"/>
              </a:ext>
            </a:extLst>
          </p:cNvPr>
          <p:cNvSpPr>
            <a:spLocks noGrp="1"/>
          </p:cNvSpPr>
          <p:nvPr>
            <p:ph type="ftr" sz="quarter" idx="11"/>
          </p:nvPr>
        </p:nvSpPr>
        <p:spPr>
          <a:xfrm>
            <a:off x="4785788" y="6438900"/>
            <a:ext cx="4774902" cy="419100"/>
          </a:xfrm>
        </p:spPr>
        <p:txBody>
          <a:bodyPr/>
          <a:lstStyle/>
          <a:p>
            <a:endParaRPr lang="en-US"/>
          </a:p>
        </p:txBody>
      </p:sp>
      <p:sp>
        <p:nvSpPr>
          <p:cNvPr id="7" name="Date Placeholder 4">
            <a:extLst>
              <a:ext uri="{FF2B5EF4-FFF2-40B4-BE49-F238E27FC236}">
                <a16:creationId xmlns:a16="http://schemas.microsoft.com/office/drawing/2014/main" id="{CA12AEFE-D7DE-804A-807C-704D5B34E130}"/>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9C293909-C7AB-A707-F48B-6007FE72563B}"/>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5887608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776991" y="1112104"/>
            <a:ext cx="7321615" cy="932688"/>
          </a:xfrm>
        </p:spPr>
        <p:txBody>
          <a:bodyPr anchor="t"/>
          <a:lstStyle/>
          <a:p>
            <a:r>
              <a:rPr lang="en-US"/>
              <a:t>Click to edit Master title style</a:t>
            </a:r>
            <a:endParaRPr lang="en-US" dirty="0"/>
          </a:p>
        </p:txBody>
      </p:sp>
      <p:sp>
        <p:nvSpPr>
          <p:cNvPr id="15" name="Picture Placeholder 10">
            <a:extLst>
              <a:ext uri="{FF2B5EF4-FFF2-40B4-BE49-F238E27FC236}">
                <a16:creationId xmlns:a16="http://schemas.microsoft.com/office/drawing/2014/main" id="{5189CF27-6D02-DB0D-F5D1-1535F1479166}"/>
              </a:ext>
            </a:extLst>
          </p:cNvPr>
          <p:cNvSpPr>
            <a:spLocks noGrp="1"/>
          </p:cNvSpPr>
          <p:nvPr>
            <p:ph type="pic" sz="quarter" idx="19" hasCustomPrompt="1"/>
          </p:nvPr>
        </p:nvSpPr>
        <p:spPr>
          <a:xfrm>
            <a:off x="0"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6" name="Content Placeholder 7">
            <a:extLst>
              <a:ext uri="{FF2B5EF4-FFF2-40B4-BE49-F238E27FC236}">
                <a16:creationId xmlns:a16="http://schemas.microsoft.com/office/drawing/2014/main" id="{6373ED08-D584-FD0F-C5B0-EF4E07A0D890}"/>
              </a:ext>
            </a:extLst>
          </p:cNvPr>
          <p:cNvSpPr>
            <a:spLocks noGrp="1"/>
          </p:cNvSpPr>
          <p:nvPr>
            <p:ph sz="quarter" idx="18"/>
          </p:nvPr>
        </p:nvSpPr>
        <p:spPr>
          <a:xfrm>
            <a:off x="3776075" y="2187258"/>
            <a:ext cx="7349126"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0" name="Straight Connector 9">
            <a:extLst>
              <a:ext uri="{FF2B5EF4-FFF2-40B4-BE49-F238E27FC236}">
                <a16:creationId xmlns:a16="http://schemas.microsoft.com/office/drawing/2014/main" id="{7D906524-8E7E-05A8-4F9E-A2C39750A30C}"/>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8F256971-28FA-FA33-0A85-0B851EA7AE9B}"/>
              </a:ext>
            </a:extLst>
          </p:cNvPr>
          <p:cNvSpPr>
            <a:spLocks noGrp="1"/>
          </p:cNvSpPr>
          <p:nvPr>
            <p:ph type="ftr" sz="quarter" idx="11"/>
          </p:nvPr>
        </p:nvSpPr>
        <p:spPr>
          <a:xfrm>
            <a:off x="3776076" y="6438900"/>
            <a:ext cx="5784614" cy="419100"/>
          </a:xfrm>
        </p:spPr>
        <p:txBody>
          <a:bodyPr/>
          <a:lstStyle/>
          <a:p>
            <a:endParaRPr lang="en-US"/>
          </a:p>
        </p:txBody>
      </p:sp>
      <p:sp>
        <p:nvSpPr>
          <p:cNvPr id="7" name="Date Placeholder 4">
            <a:extLst>
              <a:ext uri="{FF2B5EF4-FFF2-40B4-BE49-F238E27FC236}">
                <a16:creationId xmlns:a16="http://schemas.microsoft.com/office/drawing/2014/main" id="{F04B437D-29C2-D3ED-BEFA-E1F868B0FB5E}"/>
              </a:ext>
            </a:extLst>
          </p:cNvPr>
          <p:cNvSpPr>
            <a:spLocks noGrp="1"/>
          </p:cNvSpPr>
          <p:nvPr>
            <p:ph type="dt" sz="half" idx="15"/>
          </p:nvPr>
        </p:nvSpPr>
        <p:spPr>
          <a:xfrm>
            <a:off x="9650896" y="6438900"/>
            <a:ext cx="864704" cy="419100"/>
          </a:xfrm>
        </p:spPr>
        <p:txBody>
          <a:bodyPr/>
          <a:lstStyle/>
          <a:p>
            <a:fld id="{DD20782C-0F45-447A-BF23-AC527316A4E0}" type="datetimeFigureOut">
              <a:rPr lang="en-US" smtClean="0"/>
              <a:t>9/24/2026</a:t>
            </a:fld>
            <a:endParaRPr lang="en-US"/>
          </a:p>
        </p:txBody>
      </p:sp>
      <p:sp>
        <p:nvSpPr>
          <p:cNvPr id="8" name="Slide Number Placeholder 5">
            <a:extLst>
              <a:ext uri="{FF2B5EF4-FFF2-40B4-BE49-F238E27FC236}">
                <a16:creationId xmlns:a16="http://schemas.microsoft.com/office/drawing/2014/main" id="{70EB108D-6128-5356-6097-7D1D10551222}"/>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425338211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3394" y="1112104"/>
            <a:ext cx="7343564" cy="932688"/>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1093393" y="2187258"/>
            <a:ext cx="7343565" cy="4099242"/>
          </a:xfrm>
        </p:spPr>
        <p:txBody>
          <a:bodyPr>
            <a:normAutofit/>
          </a:bodyPr>
          <a:lstStyle>
            <a:lvl1pPr>
              <a:lnSpc>
                <a:spcPct val="100000"/>
              </a:lnSpc>
              <a:defRPr sz="1600"/>
            </a:lvl1pPr>
            <a:lvl2pPr>
              <a:lnSpc>
                <a:spcPct val="100000"/>
              </a:lnSpc>
              <a:defRPr sz="1600"/>
            </a:lvl2pPr>
            <a:lvl3pPr>
              <a:lnSpc>
                <a:spcPct val="100000"/>
              </a:lnSpc>
              <a:defRPr sz="1600"/>
            </a:lvl3pPr>
            <a:lvl4pPr>
              <a:lnSpc>
                <a:spcPct val="100000"/>
              </a:lnSpc>
              <a:defRPr sz="1600"/>
            </a:lvl4pPr>
            <a:lvl5pPr>
              <a:lnSpc>
                <a:spcPct val="10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4D039FC6-F740-7D02-FD07-5B1B076DCE6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DC666571-786A-B2D2-4FC3-C22E71C243E1}"/>
              </a:ext>
            </a:extLst>
          </p:cNvPr>
          <p:cNvSpPr>
            <a:spLocks noGrp="1"/>
          </p:cNvSpPr>
          <p:nvPr>
            <p:ph type="ftr" sz="quarter" idx="11"/>
          </p:nvPr>
        </p:nvSpPr>
        <p:spPr>
          <a:xfrm>
            <a:off x="1093394" y="6438900"/>
            <a:ext cx="5779054" cy="419100"/>
          </a:xfrm>
        </p:spPr>
        <p:txBody>
          <a:bodyPr/>
          <a:lstStyle/>
          <a:p>
            <a:endParaRPr lang="en-US"/>
          </a:p>
        </p:txBody>
      </p:sp>
      <p:sp>
        <p:nvSpPr>
          <p:cNvPr id="6" name="Date Placeholder 4">
            <a:extLst>
              <a:ext uri="{FF2B5EF4-FFF2-40B4-BE49-F238E27FC236}">
                <a16:creationId xmlns:a16="http://schemas.microsoft.com/office/drawing/2014/main" id="{A324A0C0-9CB0-6208-0780-67E3C7F2C02C}"/>
              </a:ext>
            </a:extLst>
          </p:cNvPr>
          <p:cNvSpPr>
            <a:spLocks noGrp="1"/>
          </p:cNvSpPr>
          <p:nvPr>
            <p:ph type="dt" sz="half" idx="15"/>
          </p:nvPr>
        </p:nvSpPr>
        <p:spPr>
          <a:xfrm>
            <a:off x="6962654"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7F7421E2-5EEC-7791-DBEE-600FF5170816}"/>
              </a:ext>
            </a:extLst>
          </p:cNvPr>
          <p:cNvSpPr>
            <a:spLocks noGrp="1"/>
          </p:cNvSpPr>
          <p:nvPr>
            <p:ph type="sldNum" sz="quarter" idx="12"/>
          </p:nvPr>
        </p:nvSpPr>
        <p:spPr>
          <a:xfrm>
            <a:off x="7835522" y="6438900"/>
            <a:ext cx="601436" cy="419100"/>
          </a:xfrm>
        </p:spPr>
        <p:txBody>
          <a:bodyPr/>
          <a:lstStyle/>
          <a:p>
            <a:fld id="{712EA7AB-17EA-4BE2-A821-0A528517C664}" type="slidenum">
              <a:rPr lang="en-US" smtClean="0"/>
              <a:t>‹#›</a:t>
            </a:fld>
            <a:endParaRPr lang="en-US"/>
          </a:p>
        </p:txBody>
      </p:sp>
      <p:sp>
        <p:nvSpPr>
          <p:cNvPr id="12" name="Picture Placeholder 10">
            <a:extLst>
              <a:ext uri="{FF2B5EF4-FFF2-40B4-BE49-F238E27FC236}">
                <a16:creationId xmlns:a16="http://schemas.microsoft.com/office/drawing/2014/main" id="{61964118-5CFA-FFA8-E19F-A107D63DDC08}"/>
              </a:ext>
            </a:extLst>
          </p:cNvPr>
          <p:cNvSpPr>
            <a:spLocks noGrp="1"/>
          </p:cNvSpPr>
          <p:nvPr>
            <p:ph type="pic" sz="quarter" idx="13" hasCustomPrompt="1"/>
          </p:nvPr>
        </p:nvSpPr>
        <p:spPr>
          <a:xfrm>
            <a:off x="8665559" y="0"/>
            <a:ext cx="3526439"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93632529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88066" y="1115736"/>
            <a:ext cx="4738583" cy="1288169"/>
          </a:xfrm>
        </p:spPr>
        <p:txBody>
          <a:bodyPr anchor="t">
            <a:norm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88192" y="2552124"/>
            <a:ext cx="4738450" cy="3734376"/>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B84581EB-7A5A-925D-6E20-5C04A0EAA2CE}"/>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084EA123-AEAB-8F33-C22D-31F9F11A93CE}"/>
              </a:ext>
            </a:extLst>
          </p:cNvPr>
          <p:cNvSpPr>
            <a:spLocks noGrp="1"/>
          </p:cNvSpPr>
          <p:nvPr>
            <p:ph type="ftr" sz="quarter" idx="11"/>
          </p:nvPr>
        </p:nvSpPr>
        <p:spPr>
          <a:xfrm>
            <a:off x="1088066" y="6438900"/>
            <a:ext cx="3174065" cy="419100"/>
          </a:xfrm>
        </p:spPr>
        <p:txBody>
          <a:bodyPr/>
          <a:lstStyle/>
          <a:p>
            <a:endParaRPr lang="en-US"/>
          </a:p>
        </p:txBody>
      </p:sp>
      <p:sp>
        <p:nvSpPr>
          <p:cNvPr id="9" name="Date Placeholder 4">
            <a:extLst>
              <a:ext uri="{FF2B5EF4-FFF2-40B4-BE49-F238E27FC236}">
                <a16:creationId xmlns:a16="http://schemas.microsoft.com/office/drawing/2014/main" id="{AA2FCA56-AA13-81B1-1707-7A5D7557B5F8}"/>
              </a:ext>
            </a:extLst>
          </p:cNvPr>
          <p:cNvSpPr>
            <a:spLocks noGrp="1"/>
          </p:cNvSpPr>
          <p:nvPr>
            <p:ph type="dt" sz="half" idx="15"/>
          </p:nvPr>
        </p:nvSpPr>
        <p:spPr>
          <a:xfrm>
            <a:off x="4352338" y="6438900"/>
            <a:ext cx="864704" cy="419100"/>
          </a:xfrm>
        </p:spPr>
        <p:txBody>
          <a:bodyPr/>
          <a:lstStyle/>
          <a:p>
            <a:fld id="{DD20782C-0F45-447A-BF23-AC527316A4E0}" type="datetimeFigureOut">
              <a:rPr lang="en-US" smtClean="0"/>
              <a:t>9/24/2026</a:t>
            </a:fld>
            <a:endParaRPr lang="en-US"/>
          </a:p>
        </p:txBody>
      </p:sp>
      <p:sp>
        <p:nvSpPr>
          <p:cNvPr id="10" name="Slide Number Placeholder 5">
            <a:extLst>
              <a:ext uri="{FF2B5EF4-FFF2-40B4-BE49-F238E27FC236}">
                <a16:creationId xmlns:a16="http://schemas.microsoft.com/office/drawing/2014/main" id="{4358A8E3-C7AA-9216-35FD-FE820598287A}"/>
              </a:ext>
            </a:extLst>
          </p:cNvPr>
          <p:cNvSpPr>
            <a:spLocks noGrp="1"/>
          </p:cNvSpPr>
          <p:nvPr>
            <p:ph type="sldNum" sz="quarter" idx="12"/>
          </p:nvPr>
        </p:nvSpPr>
        <p:spPr>
          <a:xfrm>
            <a:off x="5225206"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6096000" y="0"/>
            <a:ext cx="6096000"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263203409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098396" y="1111101"/>
            <a:ext cx="3813845" cy="1493863"/>
          </a:xfrm>
        </p:spPr>
        <p:txBody>
          <a:bodyPr anchor="t">
            <a:noAutofit/>
          </a:bodyPr>
          <a:lstStyle>
            <a:lvl1pPr>
              <a:defRPr sz="36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098397" y="2700671"/>
            <a:ext cx="3813846" cy="3585830"/>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3" name="Straight Connector 2">
            <a:extLst>
              <a:ext uri="{FF2B5EF4-FFF2-40B4-BE49-F238E27FC236}">
                <a16:creationId xmlns:a16="http://schemas.microsoft.com/office/drawing/2014/main" id="{36A796DD-1556-39E2-B5E4-90C1C2459D2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5" name="Footer Placeholder 4">
            <a:extLst>
              <a:ext uri="{FF2B5EF4-FFF2-40B4-BE49-F238E27FC236}">
                <a16:creationId xmlns:a16="http://schemas.microsoft.com/office/drawing/2014/main" id="{06713B13-BCC2-B853-769C-4BC6A57D7B6D}"/>
              </a:ext>
            </a:extLst>
          </p:cNvPr>
          <p:cNvSpPr>
            <a:spLocks noGrp="1"/>
          </p:cNvSpPr>
          <p:nvPr>
            <p:ph type="ftr" sz="quarter" idx="11"/>
          </p:nvPr>
        </p:nvSpPr>
        <p:spPr>
          <a:xfrm>
            <a:off x="1098395" y="6438900"/>
            <a:ext cx="2249335" cy="419100"/>
          </a:xfrm>
        </p:spPr>
        <p:txBody>
          <a:bodyPr/>
          <a:lstStyle/>
          <a:p>
            <a:endParaRPr lang="en-US"/>
          </a:p>
        </p:txBody>
      </p:sp>
      <p:sp>
        <p:nvSpPr>
          <p:cNvPr id="6" name="Date Placeholder 4">
            <a:extLst>
              <a:ext uri="{FF2B5EF4-FFF2-40B4-BE49-F238E27FC236}">
                <a16:creationId xmlns:a16="http://schemas.microsoft.com/office/drawing/2014/main" id="{A9915D6C-CE56-12D3-C15C-C56B3EFEAFE7}"/>
              </a:ext>
            </a:extLst>
          </p:cNvPr>
          <p:cNvSpPr>
            <a:spLocks noGrp="1"/>
          </p:cNvSpPr>
          <p:nvPr>
            <p:ph type="dt" sz="half" idx="15"/>
          </p:nvPr>
        </p:nvSpPr>
        <p:spPr>
          <a:xfrm>
            <a:off x="3437937" y="6438900"/>
            <a:ext cx="864704" cy="419100"/>
          </a:xfrm>
        </p:spPr>
        <p:txBody>
          <a:bodyPr/>
          <a:lstStyle/>
          <a:p>
            <a:fld id="{DD20782C-0F45-447A-BF23-AC527316A4E0}" type="datetimeFigureOut">
              <a:rPr lang="en-US" smtClean="0"/>
              <a:t>9/24/2026</a:t>
            </a:fld>
            <a:endParaRPr lang="en-US"/>
          </a:p>
        </p:txBody>
      </p:sp>
      <p:sp>
        <p:nvSpPr>
          <p:cNvPr id="7" name="Slide Number Placeholder 5">
            <a:extLst>
              <a:ext uri="{FF2B5EF4-FFF2-40B4-BE49-F238E27FC236}">
                <a16:creationId xmlns:a16="http://schemas.microsoft.com/office/drawing/2014/main" id="{3C3F576B-887C-7B84-0990-9143EA6C6012}"/>
              </a:ext>
            </a:extLst>
          </p:cNvPr>
          <p:cNvSpPr>
            <a:spLocks noGrp="1"/>
          </p:cNvSpPr>
          <p:nvPr>
            <p:ph type="sldNum" sz="quarter" idx="12"/>
          </p:nvPr>
        </p:nvSpPr>
        <p:spPr>
          <a:xfrm>
            <a:off x="4310805" y="6438900"/>
            <a:ext cx="601436" cy="419100"/>
          </a:xfrm>
        </p:spPr>
        <p:txBody>
          <a:bodyPr/>
          <a:lstStyle/>
          <a:p>
            <a:fld id="{712EA7AB-17EA-4BE2-A821-0A528517C664}" type="slidenum">
              <a:rPr lang="en-US" smtClean="0"/>
              <a:t>‹#›</a:t>
            </a:fld>
            <a:endParaRPr lang="en-US"/>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5192232" y="0"/>
            <a:ext cx="6999768" cy="6858000"/>
          </a:xfrm>
          <a:blipFill dpi="0" rotWithShape="1">
            <a:blip r:embed="rId2">
              <a:alphaModFix amt="60000"/>
            </a:blip>
            <a:srcRect/>
            <a:stretch>
              <a:fillRect/>
            </a:stretch>
          </a:blipFill>
        </p:spPr>
        <p:txBody>
          <a:bodyPr/>
          <a:lstStyle>
            <a:lvl1pPr marL="0" indent="0">
              <a:buNone/>
              <a:defRPr/>
            </a:lvl1pPr>
          </a:lstStyle>
          <a:p>
            <a:r>
              <a:rPr lang="en-US" dirty="0"/>
              <a:t>  </a:t>
            </a:r>
          </a:p>
        </p:txBody>
      </p:sp>
    </p:spTree>
    <p:extLst>
      <p:ext uri="{BB962C8B-B14F-4D97-AF65-F5344CB8AC3E}">
        <p14:creationId xmlns:p14="http://schemas.microsoft.com/office/powerpoint/2010/main" val="76704576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14" name="Title 1">
            <a:extLst>
              <a:ext uri="{FF2B5EF4-FFF2-40B4-BE49-F238E27FC236}">
                <a16:creationId xmlns:a16="http://schemas.microsoft.com/office/drawing/2014/main" id="{175ACA1F-D859-596B-9F50-F1E9A2654EAF}"/>
              </a:ext>
            </a:extLst>
          </p:cNvPr>
          <p:cNvSpPr>
            <a:spLocks noGrp="1"/>
          </p:cNvSpPr>
          <p:nvPr>
            <p:ph type="title"/>
          </p:nvPr>
        </p:nvSpPr>
        <p:spPr>
          <a:xfrm flipH="1">
            <a:off x="7894207" y="1112431"/>
            <a:ext cx="3230993" cy="1858941"/>
          </a:xfrm>
        </p:spPr>
        <p:txBody>
          <a:bodyPr anchor="t"/>
          <a:lstStyle/>
          <a:p>
            <a:r>
              <a:rPr lang="en-US"/>
              <a:t>Click to edit Master title style</a:t>
            </a:r>
            <a:endParaRPr lang="en-US" dirty="0"/>
          </a:p>
        </p:txBody>
      </p:sp>
      <p:sp>
        <p:nvSpPr>
          <p:cNvPr id="2" name="Picture Placeholder 9">
            <a:extLst>
              <a:ext uri="{FF2B5EF4-FFF2-40B4-BE49-F238E27FC236}">
                <a16:creationId xmlns:a16="http://schemas.microsoft.com/office/drawing/2014/main" id="{2A43D9F3-C10E-5B48-BB59-16A8600BD36F}"/>
              </a:ext>
            </a:extLst>
          </p:cNvPr>
          <p:cNvSpPr>
            <a:spLocks noGrp="1"/>
          </p:cNvSpPr>
          <p:nvPr>
            <p:ph type="pic" sz="quarter" idx="13" hasCustomPrompt="1"/>
          </p:nvPr>
        </p:nvSpPr>
        <p:spPr>
          <a:xfrm>
            <a:off x="12192" y="0"/>
            <a:ext cx="7481777" cy="6858000"/>
          </a:xfrm>
          <a:custGeom>
            <a:avLst/>
            <a:gdLst>
              <a:gd name="connsiteX0" fmla="*/ 0 w 8326323"/>
              <a:gd name="connsiteY0" fmla="*/ 0 h 6858000"/>
              <a:gd name="connsiteX1" fmla="*/ 8326323 w 8326323"/>
              <a:gd name="connsiteY1" fmla="*/ 0 h 6858000"/>
              <a:gd name="connsiteX2" fmla="*/ 8326323 w 8326323"/>
              <a:gd name="connsiteY2" fmla="*/ 6858000 h 6858000"/>
              <a:gd name="connsiteX3" fmla="*/ 0 w 8326323"/>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8326323" h="6858000">
                <a:moveTo>
                  <a:pt x="0" y="0"/>
                </a:moveTo>
                <a:lnTo>
                  <a:pt x="8326323" y="0"/>
                </a:lnTo>
                <a:lnTo>
                  <a:pt x="8326323" y="6858000"/>
                </a:lnTo>
                <a:lnTo>
                  <a:pt x="0" y="6858000"/>
                </a:lnTo>
                <a:close/>
              </a:path>
            </a:pathLst>
          </a:custGeom>
          <a:blipFill dpi="0" rotWithShape="1">
            <a:blip r:embed="rId2">
              <a:alphaModFix amt="60000"/>
            </a:blip>
            <a:srcRect/>
            <a:stretch>
              <a:fillRect/>
            </a:stretch>
          </a:blipFill>
        </p:spPr>
        <p:txBody>
          <a:bodyPr wrap="square">
            <a:noAutofit/>
          </a:bodyPr>
          <a:lstStyle>
            <a:lvl1pPr marL="0" indent="0">
              <a:buNone/>
              <a:defRPr/>
            </a:lvl1pPr>
          </a:lstStyle>
          <a:p>
            <a:r>
              <a:rPr lang="en-US" dirty="0"/>
              <a:t>  </a:t>
            </a:r>
          </a:p>
        </p:txBody>
      </p:sp>
      <p:sp>
        <p:nvSpPr>
          <p:cNvPr id="4" name="Content Placeholder 7">
            <a:extLst>
              <a:ext uri="{FF2B5EF4-FFF2-40B4-BE49-F238E27FC236}">
                <a16:creationId xmlns:a16="http://schemas.microsoft.com/office/drawing/2014/main" id="{2E10F120-2F5B-B2FD-DB40-683E6176C3D4}"/>
              </a:ext>
            </a:extLst>
          </p:cNvPr>
          <p:cNvSpPr>
            <a:spLocks noGrp="1"/>
          </p:cNvSpPr>
          <p:nvPr>
            <p:ph sz="quarter" idx="15"/>
          </p:nvPr>
        </p:nvSpPr>
        <p:spPr>
          <a:xfrm>
            <a:off x="7901280" y="3133255"/>
            <a:ext cx="3223920" cy="2656250"/>
          </a:xfrm>
        </p:spPr>
        <p:txBody>
          <a:bodyPr vert="horz" lIns="91440" tIns="45720" rIns="91440" bIns="45720" rtlCol="0">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20" name="Straight Connector 19">
            <a:extLst>
              <a:ext uri="{FF2B5EF4-FFF2-40B4-BE49-F238E27FC236}">
                <a16:creationId xmlns:a16="http://schemas.microsoft.com/office/drawing/2014/main" id="{C9A12B08-97E1-66BD-9B69-377E28512750}"/>
              </a:ext>
              <a:ext uri="{C183D7F6-B498-43B3-948B-1728B52AA6E4}">
                <adec:decorative xmlns:adec="http://schemas.microsoft.com/office/drawing/2017/decorative" val="1"/>
              </a:ext>
            </a:extLst>
          </p:cNvPr>
          <p:cNvCxnSpPr>
            <a:cxnSpLocks/>
          </p:cNvCxnSpPr>
          <p:nvPr/>
        </p:nvCxnSpPr>
        <p:spPr>
          <a:xfrm flipH="1">
            <a:off x="11375613"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Footer Placeholder 4">
            <a:extLst>
              <a:ext uri="{FF2B5EF4-FFF2-40B4-BE49-F238E27FC236}">
                <a16:creationId xmlns:a16="http://schemas.microsoft.com/office/drawing/2014/main" id="{9EACEEC7-E0DC-ABF5-188B-5636A17BD6A4}"/>
              </a:ext>
            </a:extLst>
          </p:cNvPr>
          <p:cNvSpPr>
            <a:spLocks noGrp="1"/>
          </p:cNvSpPr>
          <p:nvPr>
            <p:ph type="ftr" sz="quarter" idx="11"/>
          </p:nvPr>
        </p:nvSpPr>
        <p:spPr>
          <a:xfrm>
            <a:off x="7894207" y="6438900"/>
            <a:ext cx="1666482" cy="419100"/>
          </a:xfrm>
        </p:spPr>
        <p:txBody>
          <a:bodyPr/>
          <a:lstStyle/>
          <a:p>
            <a:endParaRPr lang="en-US"/>
          </a:p>
        </p:txBody>
      </p:sp>
      <p:sp>
        <p:nvSpPr>
          <p:cNvPr id="8" name="Date Placeholder 4">
            <a:extLst>
              <a:ext uri="{FF2B5EF4-FFF2-40B4-BE49-F238E27FC236}">
                <a16:creationId xmlns:a16="http://schemas.microsoft.com/office/drawing/2014/main" id="{D0A24C6D-468E-EAE9-2363-772EA5E51DD0}"/>
              </a:ext>
            </a:extLst>
          </p:cNvPr>
          <p:cNvSpPr>
            <a:spLocks noGrp="1"/>
          </p:cNvSpPr>
          <p:nvPr>
            <p:ph type="dt" sz="half" idx="16"/>
          </p:nvPr>
        </p:nvSpPr>
        <p:spPr>
          <a:xfrm>
            <a:off x="9650896" y="6438900"/>
            <a:ext cx="864704" cy="419100"/>
          </a:xfrm>
        </p:spPr>
        <p:txBody>
          <a:bodyPr/>
          <a:lstStyle/>
          <a:p>
            <a:fld id="{DD20782C-0F45-447A-BF23-AC527316A4E0}" type="datetimeFigureOut">
              <a:rPr lang="en-US" smtClean="0"/>
              <a:t>9/24/2026</a:t>
            </a:fld>
            <a:endParaRPr lang="en-US"/>
          </a:p>
        </p:txBody>
      </p:sp>
      <p:sp>
        <p:nvSpPr>
          <p:cNvPr id="9" name="Slide Number Placeholder 5">
            <a:extLst>
              <a:ext uri="{FF2B5EF4-FFF2-40B4-BE49-F238E27FC236}">
                <a16:creationId xmlns:a16="http://schemas.microsoft.com/office/drawing/2014/main" id="{C4C85811-EF51-7552-5F12-17748D280645}"/>
              </a:ext>
            </a:extLst>
          </p:cNvPr>
          <p:cNvSpPr>
            <a:spLocks noGrp="1"/>
          </p:cNvSpPr>
          <p:nvPr>
            <p:ph type="sldNum" sz="quarter" idx="12"/>
          </p:nvPr>
        </p:nvSpPr>
        <p:spPr>
          <a:xfrm>
            <a:off x="10523764" y="6438900"/>
            <a:ext cx="601436" cy="419100"/>
          </a:xfrm>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0714283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115324" y="3987802"/>
            <a:ext cx="3044954" cy="2309785"/>
          </a:xfrm>
        </p:spPr>
        <p:txBody>
          <a:bodyPr anchor="t">
            <a:normAutofit/>
          </a:bodyPr>
          <a:lstStyle>
            <a:lvl1pPr>
              <a:defRPr sz="36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7F8EA658-2652-6F81-1B04-D50C60A3F171}"/>
              </a:ext>
            </a:extLst>
          </p:cNvPr>
          <p:cNvSpPr>
            <a:spLocks noGrp="1"/>
          </p:cNvSpPr>
          <p:nvPr>
            <p:ph type="pic" sz="quarter" idx="13" hasCustomPrompt="1"/>
          </p:nvPr>
        </p:nvSpPr>
        <p:spPr>
          <a:xfrm>
            <a:off x="-1" y="0"/>
            <a:ext cx="12192000" cy="3443331"/>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255935" y="3987802"/>
            <a:ext cx="7460029" cy="2309785"/>
          </a:xfrm>
        </p:spPr>
        <p:txBody>
          <a:bodyPr vert="horz" lIns="91440" tIns="45720" rIns="91440" bIns="45720" rtlCol="0" anchor="t">
            <a:normAutofit/>
          </a:bodyPr>
          <a:lstStyle>
            <a:lvl1pPr marL="0" indent="0">
              <a:lnSpc>
                <a:spcPct val="100000"/>
              </a:lnSpc>
              <a:buNone/>
              <a:defRPr lang="en-US" dirty="0"/>
            </a:lvl1pPr>
            <a:lvl2pPr marL="228600" indent="0">
              <a:lnSpc>
                <a:spcPct val="100000"/>
              </a:lnSpc>
              <a:buNone/>
              <a:defRPr lang="en-US" dirty="0"/>
            </a:lvl2pPr>
            <a:lvl3pPr marL="457200" indent="0">
              <a:lnSpc>
                <a:spcPct val="100000"/>
              </a:lnSpc>
              <a:buNone/>
              <a:defRPr lang="en-US" dirty="0"/>
            </a:lvl3pPr>
            <a:lvl4pPr marL="685800" indent="0">
              <a:lnSpc>
                <a:spcPct val="100000"/>
              </a:lnSpc>
              <a:buNone/>
              <a:defRPr lang="en-US" dirty="0"/>
            </a:lvl4pPr>
            <a:lvl5pPr marL="914400" indent="0">
              <a:lnSpc>
                <a:spcPct val="100000"/>
              </a:lnSpc>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4" name="Straight Connector 3">
            <a:extLst>
              <a:ext uri="{FF2B5EF4-FFF2-40B4-BE49-F238E27FC236}">
                <a16:creationId xmlns:a16="http://schemas.microsoft.com/office/drawing/2014/main" id="{4C699AE1-DA01-C4DA-C5BE-8DD9BE13F668}"/>
              </a:ext>
              <a:ext uri="{C183D7F6-B498-43B3-948B-1728B52AA6E4}">
                <adec:decorative xmlns:adec="http://schemas.microsoft.com/office/drawing/2017/decorative" val="1"/>
              </a:ext>
            </a:extLst>
          </p:cNvPr>
          <p:cNvCxnSpPr>
            <a:cxnSpLocks/>
          </p:cNvCxnSpPr>
          <p:nvPr/>
        </p:nvCxnSpPr>
        <p:spPr>
          <a:xfrm>
            <a:off x="0" y="41150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Date Placeholder 2">
            <a:extLst>
              <a:ext uri="{FF2B5EF4-FFF2-40B4-BE49-F238E27FC236}">
                <a16:creationId xmlns:a16="http://schemas.microsoft.com/office/drawing/2014/main" id="{9373F0BC-3C5E-8E58-AFDC-804E1C1C7617}"/>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9" name="Footer Placeholder 8">
            <a:extLst>
              <a:ext uri="{FF2B5EF4-FFF2-40B4-BE49-F238E27FC236}">
                <a16:creationId xmlns:a16="http://schemas.microsoft.com/office/drawing/2014/main" id="{E6E5C888-EE74-5D59-47AA-40A53F60011B}"/>
              </a:ext>
            </a:extLst>
          </p:cNvPr>
          <p:cNvSpPr>
            <a:spLocks noGrp="1"/>
          </p:cNvSpPr>
          <p:nvPr>
            <p:ph type="ftr" sz="quarter" idx="16"/>
          </p:nvPr>
        </p:nvSpPr>
        <p:spPr/>
        <p:txBody>
          <a:bodyPr/>
          <a:lstStyle/>
          <a:p>
            <a:endParaRPr lang="en-US"/>
          </a:p>
        </p:txBody>
      </p:sp>
      <p:sp>
        <p:nvSpPr>
          <p:cNvPr id="10" name="Slide Number Placeholder 9">
            <a:extLst>
              <a:ext uri="{FF2B5EF4-FFF2-40B4-BE49-F238E27FC236}">
                <a16:creationId xmlns:a16="http://schemas.microsoft.com/office/drawing/2014/main" id="{4794CA46-7ABA-FF39-20BD-C83B4F6D957B}"/>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30437227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D85BA164-9326-7934-95DF-A6AAB3F4258D}"/>
              </a:ext>
            </a:extLst>
          </p:cNvPr>
          <p:cNvSpPr>
            <a:spLocks noGrp="1"/>
          </p:cNvSpPr>
          <p:nvPr>
            <p:ph type="title"/>
          </p:nvPr>
        </p:nvSpPr>
        <p:spPr>
          <a:xfrm>
            <a:off x="1090940" y="1120990"/>
            <a:ext cx="10477320" cy="969264"/>
          </a:xfrm>
        </p:spPr>
        <p:txBody>
          <a:bodyPr anchor="t">
            <a:noAutofit/>
          </a:bodyPr>
          <a:lstStyle>
            <a:lvl1pPr>
              <a:defRPr sz="3600"/>
            </a:lvl1pPr>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96F64025-FA05-CC42-8294-F944BC95DD00}"/>
              </a:ext>
            </a:extLst>
          </p:cNvPr>
          <p:cNvSpPr>
            <a:spLocks noGrp="1"/>
          </p:cNvSpPr>
          <p:nvPr>
            <p:ph type="pic" sz="quarter" idx="13" hasCustomPrompt="1"/>
          </p:nvPr>
        </p:nvSpPr>
        <p:spPr>
          <a:xfrm>
            <a:off x="1" y="2286008"/>
            <a:ext cx="6096000" cy="4571992"/>
          </a:xfrm>
          <a:custGeom>
            <a:avLst/>
            <a:gdLst>
              <a:gd name="connsiteX0" fmla="*/ 0 w 6460672"/>
              <a:gd name="connsiteY0" fmla="*/ 0 h 5029200"/>
              <a:gd name="connsiteX1" fmla="*/ 6460672 w 6460672"/>
              <a:gd name="connsiteY1" fmla="*/ 0 h 5029200"/>
              <a:gd name="connsiteX2" fmla="*/ 6460672 w 6460672"/>
              <a:gd name="connsiteY2" fmla="*/ 5029200 h 5029200"/>
              <a:gd name="connsiteX3" fmla="*/ 0 w 6460672"/>
              <a:gd name="connsiteY3" fmla="*/ 5029200 h 5029200"/>
            </a:gdLst>
            <a:ahLst/>
            <a:cxnLst>
              <a:cxn ang="0">
                <a:pos x="connsiteX0" y="connsiteY0"/>
              </a:cxn>
              <a:cxn ang="0">
                <a:pos x="connsiteX1" y="connsiteY1"/>
              </a:cxn>
              <a:cxn ang="0">
                <a:pos x="connsiteX2" y="connsiteY2"/>
              </a:cxn>
              <a:cxn ang="0">
                <a:pos x="connsiteX3" y="connsiteY3"/>
              </a:cxn>
            </a:cxnLst>
            <a:rect l="l" t="t" r="r" b="b"/>
            <a:pathLst>
              <a:path w="6460672" h="5029200">
                <a:moveTo>
                  <a:pt x="0" y="0"/>
                </a:moveTo>
                <a:lnTo>
                  <a:pt x="6460672" y="0"/>
                </a:lnTo>
                <a:lnTo>
                  <a:pt x="6460672" y="5029200"/>
                </a:lnTo>
                <a:lnTo>
                  <a:pt x="0" y="5029200"/>
                </a:lnTo>
                <a:close/>
              </a:path>
            </a:pathLst>
          </a:custGeom>
          <a:blipFill dpi="0" rotWithShape="1">
            <a:blip r:embed="rId2">
              <a:alphaModFix amt="60000"/>
            </a:blip>
            <a:srcRect/>
            <a:stretch>
              <a:fillRect/>
            </a:stretch>
          </a:blipFill>
        </p:spPr>
        <p:txBody>
          <a:bodyPr vert="horz" wrap="square" lIns="91440" tIns="45720" rIns="91440" bIns="45720" rtlCol="0">
            <a:noAutofit/>
          </a:bodyPr>
          <a:lstStyle>
            <a:lvl1pPr>
              <a:defRPr lang="en-US" dirty="0"/>
            </a:lvl1pPr>
          </a:lstStyle>
          <a:p>
            <a:pPr marL="0" lvl="0" indent="0">
              <a:buNone/>
            </a:pPr>
            <a:r>
              <a:rPr lang="en-US" dirty="0"/>
              <a:t>  </a:t>
            </a:r>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6691745" y="2286008"/>
            <a:ext cx="4876515" cy="4000492"/>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7" name="Straight Connector 6">
            <a:extLst>
              <a:ext uri="{FF2B5EF4-FFF2-40B4-BE49-F238E27FC236}">
                <a16:creationId xmlns:a16="http://schemas.microsoft.com/office/drawing/2014/main" id="{5FB0BF8A-7D94-1C82-F661-F1B7A93A4359}"/>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Footer Placeholder 2">
            <a:extLst>
              <a:ext uri="{FF2B5EF4-FFF2-40B4-BE49-F238E27FC236}">
                <a16:creationId xmlns:a16="http://schemas.microsoft.com/office/drawing/2014/main" id="{1988C72B-1D4E-3882-C750-7F965F6E7BC7}"/>
              </a:ext>
            </a:extLst>
          </p:cNvPr>
          <p:cNvSpPr>
            <a:spLocks noGrp="1"/>
          </p:cNvSpPr>
          <p:nvPr>
            <p:ph type="ftr" sz="quarter" idx="16"/>
          </p:nvPr>
        </p:nvSpPr>
        <p:spPr>
          <a:xfrm>
            <a:off x="6691744" y="6438900"/>
            <a:ext cx="2959151" cy="419100"/>
          </a:xfrm>
        </p:spPr>
        <p:txBody>
          <a:bodyPr/>
          <a:lstStyle/>
          <a:p>
            <a:endParaRPr lang="en-US"/>
          </a:p>
        </p:txBody>
      </p:sp>
      <p:sp>
        <p:nvSpPr>
          <p:cNvPr id="2" name="Date Placeholder 1">
            <a:extLst>
              <a:ext uri="{FF2B5EF4-FFF2-40B4-BE49-F238E27FC236}">
                <a16:creationId xmlns:a16="http://schemas.microsoft.com/office/drawing/2014/main" id="{4914FA71-0863-B2C8-8E42-C0A1F133DC69}"/>
              </a:ext>
            </a:extLst>
          </p:cNvPr>
          <p:cNvSpPr>
            <a:spLocks noGrp="1"/>
          </p:cNvSpPr>
          <p:nvPr>
            <p:ph type="dt" sz="half" idx="15"/>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CD6C2E8-E8FC-5DC8-863C-CF7823CD4AED}"/>
              </a:ext>
            </a:extLst>
          </p:cNvPr>
          <p:cNvSpPr>
            <a:spLocks noGrp="1"/>
          </p:cNvSpPr>
          <p:nvPr>
            <p:ph type="sldNum" sz="quarter" idx="17"/>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4250090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Content with Picture 9">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B243CE06-05E5-2B64-1E1C-8F81B788D099}"/>
              </a:ext>
            </a:extLst>
          </p:cNvPr>
          <p:cNvSpPr>
            <a:spLocks noGrp="1"/>
          </p:cNvSpPr>
          <p:nvPr>
            <p:ph type="title"/>
          </p:nvPr>
        </p:nvSpPr>
        <p:spPr>
          <a:xfrm>
            <a:off x="1090940" y="1122200"/>
            <a:ext cx="3696859" cy="1505157"/>
          </a:xfrm>
        </p:spPr>
        <p:txBody>
          <a:bodyPr anchor="t">
            <a:noAutofit/>
          </a:bodyPr>
          <a:lstStyle>
            <a:lvl1pPr>
              <a:defRPr sz="3600"/>
            </a:lvl1pPr>
          </a:lstStyle>
          <a:p>
            <a:r>
              <a:rPr lang="en-US"/>
              <a:t>Click to edit Master title style</a:t>
            </a:r>
            <a:endParaRPr lang="en-US" dirty="0"/>
          </a:p>
        </p:txBody>
      </p:sp>
      <p:sp>
        <p:nvSpPr>
          <p:cNvPr id="9" name="Picture Placeholder 10">
            <a:extLst>
              <a:ext uri="{FF2B5EF4-FFF2-40B4-BE49-F238E27FC236}">
                <a16:creationId xmlns:a16="http://schemas.microsoft.com/office/drawing/2014/main" id="{9ADE1102-BF4C-FC7C-22F6-B8453DE3B195}"/>
              </a:ext>
            </a:extLst>
          </p:cNvPr>
          <p:cNvSpPr>
            <a:spLocks noGrp="1"/>
          </p:cNvSpPr>
          <p:nvPr>
            <p:ph type="pic" sz="quarter" idx="13" hasCustomPrompt="1"/>
          </p:nvPr>
        </p:nvSpPr>
        <p:spPr>
          <a:xfrm>
            <a:off x="1181100" y="2840181"/>
            <a:ext cx="3606699" cy="3446317"/>
          </a:xfrm>
          <a:blipFill dpi="0" rotWithShape="1">
            <a:blip r:embed="rId2">
              <a:alphaModFix amt="60000"/>
            </a:blip>
            <a:srcRect/>
            <a:stretch>
              <a:fillRect/>
            </a:stretch>
          </a:blipFill>
        </p:spPr>
        <p:txBody>
          <a:bodyPr/>
          <a:lstStyle>
            <a:lvl1pPr marL="0" indent="0">
              <a:buNone/>
              <a:defRPr/>
            </a:lvl1pPr>
          </a:lstStyle>
          <a:p>
            <a:r>
              <a:rPr lang="en-US" dirty="0"/>
              <a:t>  </a:t>
            </a:r>
          </a:p>
        </p:txBody>
      </p:sp>
      <p:sp>
        <p:nvSpPr>
          <p:cNvPr id="10" name="Content Placeholder 7">
            <a:extLst>
              <a:ext uri="{FF2B5EF4-FFF2-40B4-BE49-F238E27FC236}">
                <a16:creationId xmlns:a16="http://schemas.microsoft.com/office/drawing/2014/main" id="{6C8ACD7F-7B34-5741-6323-6829CFDA10C3}"/>
              </a:ext>
            </a:extLst>
          </p:cNvPr>
          <p:cNvSpPr>
            <a:spLocks noGrp="1"/>
          </p:cNvSpPr>
          <p:nvPr>
            <p:ph sz="quarter" idx="14"/>
          </p:nvPr>
        </p:nvSpPr>
        <p:spPr>
          <a:xfrm>
            <a:off x="5113673" y="1122201"/>
            <a:ext cx="6602291" cy="5164298"/>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2" name="Straight Connector 11">
            <a:extLst>
              <a:ext uri="{FF2B5EF4-FFF2-40B4-BE49-F238E27FC236}">
                <a16:creationId xmlns:a16="http://schemas.microsoft.com/office/drawing/2014/main" id="{B1322A97-1C32-A52E-951B-60B114B307A0}"/>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67409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Number Large">
    <p:bg>
      <p:bgPr>
        <a:solidFill>
          <a:schemeClr val="tx1"/>
        </a:solidFill>
        <a:effectLst/>
      </p:bgPr>
    </p:bg>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99AD5248-C0E5-8356-EB8F-904EDDA5FC95}"/>
              </a:ext>
            </a:extLst>
          </p:cNvPr>
          <p:cNvSpPr>
            <a:spLocks noGrp="1"/>
          </p:cNvSpPr>
          <p:nvPr>
            <p:ph type="title"/>
          </p:nvPr>
        </p:nvSpPr>
        <p:spPr>
          <a:xfrm>
            <a:off x="4647304" y="4757193"/>
            <a:ext cx="6477896" cy="1126554"/>
          </a:xfrm>
        </p:spPr>
        <p:txBody>
          <a:bodyPr anchor="b">
            <a:normAutofit/>
          </a:bodyPr>
          <a:lstStyle>
            <a:lvl1pPr algn="r">
              <a:defRPr sz="2000" b="0" cap="none" baseline="0">
                <a:solidFill>
                  <a:schemeClr val="bg1"/>
                </a:solidFill>
              </a:defRPr>
            </a:lvl1pPr>
          </a:lstStyle>
          <a:p>
            <a:r>
              <a:rPr lang="en-US"/>
              <a:t>Click to edit Master title style</a:t>
            </a:r>
          </a:p>
        </p:txBody>
      </p:sp>
      <p:sp>
        <p:nvSpPr>
          <p:cNvPr id="10" name="Content Placeholder 9">
            <a:extLst>
              <a:ext uri="{FF2B5EF4-FFF2-40B4-BE49-F238E27FC236}">
                <a16:creationId xmlns:a16="http://schemas.microsoft.com/office/drawing/2014/main" id="{A5F5F1C4-3BA4-0163-6A5F-9D95D58C7EA2}"/>
              </a:ext>
            </a:extLst>
          </p:cNvPr>
          <p:cNvSpPr>
            <a:spLocks noGrp="1"/>
          </p:cNvSpPr>
          <p:nvPr>
            <p:ph sz="quarter" idx="13" hasCustomPrompt="1"/>
          </p:nvPr>
        </p:nvSpPr>
        <p:spPr>
          <a:xfrm>
            <a:off x="82296" y="64008"/>
            <a:ext cx="12027408" cy="4600592"/>
          </a:xfrm>
        </p:spPr>
        <p:txBody>
          <a:bodyPr>
            <a:noAutofit/>
          </a:bodyPr>
          <a:lstStyle>
            <a:lvl1pPr>
              <a:lnSpc>
                <a:spcPct val="85000"/>
              </a:lnSpc>
              <a:defRPr sz="31000" b="1">
                <a:solidFill>
                  <a:schemeClr val="bg1"/>
                </a:solidFill>
              </a:defRPr>
            </a:lvl1pPr>
          </a:lstStyle>
          <a:p>
            <a:pPr lvl="0"/>
            <a:r>
              <a:rPr lang="en-US" dirty="0"/>
              <a:t>##%</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bg1"/>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bg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bg1"/>
                </a:solidFill>
              </a:defRPr>
            </a:lvl1p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EA84DB20-94E7-1E79-B65B-67C6158DB14C}"/>
              </a:ext>
              <a:ext uri="{C183D7F6-B498-43B3-948B-1728B52AA6E4}">
                <adec:decorative xmlns:adec="http://schemas.microsoft.com/office/drawing/2017/decorative" val="1"/>
              </a:ext>
            </a:extLst>
          </p:cNvPr>
          <p:cNvCxnSpPr>
            <a:cxnSpLocks/>
          </p:cNvCxnSpPr>
          <p:nvPr/>
        </p:nvCxnSpPr>
        <p:spPr>
          <a:xfrm>
            <a:off x="11387805" y="5715000"/>
            <a:ext cx="804195" cy="0"/>
          </a:xfrm>
          <a:prstGeom prst="line">
            <a:avLst/>
          </a:prstGeom>
          <a:ln w="1206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0031941"/>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tatem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286261"/>
            <a:ext cx="10652760" cy="1133856"/>
          </a:xfrm>
        </p:spPr>
        <p:txBody>
          <a:bodyPr/>
          <a:lstStyle>
            <a:lvl1pPr>
              <a:defRPr>
                <a:solidFill>
                  <a:schemeClr val="tx1"/>
                </a:solidFill>
              </a:defRPr>
            </a:lvl1pPr>
          </a:lstStyle>
          <a:p>
            <a:r>
              <a:rPr lang="en-US"/>
              <a:t>Click to edit Master title style</a:t>
            </a:r>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088136" y="1039095"/>
            <a:ext cx="9418320" cy="5070068"/>
          </a:xfrm>
        </p:spPr>
        <p:txBody>
          <a:bodyPr anchor="t">
            <a:noAutofit/>
          </a:bodyPr>
          <a:lstStyle>
            <a:lvl1pPr marL="0" indent="0">
              <a:lnSpc>
                <a:spcPct val="90000"/>
              </a:lnSpc>
              <a:buNone/>
              <a:defRPr sz="6000" b="1"/>
            </a:lvl1pPr>
            <a:lvl2pPr marL="228600" indent="0">
              <a:lnSpc>
                <a:spcPct val="90000"/>
              </a:lnSpc>
              <a:buNone/>
              <a:defRPr sz="6000" b="1"/>
            </a:lvl2pPr>
            <a:lvl3pPr marL="457200" indent="0">
              <a:lnSpc>
                <a:spcPct val="90000"/>
              </a:lnSpc>
              <a:buNone/>
              <a:defRPr sz="6000" b="1"/>
            </a:lvl3pPr>
            <a:lvl4pPr marL="685800" indent="0">
              <a:lnSpc>
                <a:spcPct val="90000"/>
              </a:lnSpc>
              <a:buNone/>
              <a:defRPr sz="6000" b="1"/>
            </a:lvl4pPr>
            <a:lvl5pPr marL="914400" indent="0">
              <a:lnSpc>
                <a:spcPct val="90000"/>
              </a:lnSpc>
              <a:buNone/>
              <a:defRPr sz="6000" b="1"/>
            </a:lvl5pPr>
          </a:lstStyle>
          <a:p>
            <a:pPr lvl="0"/>
            <a:r>
              <a:rPr lang="en-US" dirty="0"/>
              <a:t>Click to add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77F2505C-CAED-34DC-7CD1-C57ADBBF98DD}"/>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97450054"/>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11" name="Title 9">
            <a:extLst>
              <a:ext uri="{FF2B5EF4-FFF2-40B4-BE49-F238E27FC236}">
                <a16:creationId xmlns:a16="http://schemas.microsoft.com/office/drawing/2014/main" id="{873E5EF9-EDC5-CB2D-000A-85BB4DB58221}"/>
              </a:ext>
            </a:extLst>
          </p:cNvPr>
          <p:cNvSpPr>
            <a:spLocks noGrp="1"/>
          </p:cNvSpPr>
          <p:nvPr>
            <p:ph type="title" hasCustomPrompt="1"/>
          </p:nvPr>
        </p:nvSpPr>
        <p:spPr>
          <a:xfrm>
            <a:off x="1066800" y="5418360"/>
            <a:ext cx="10058400" cy="466345"/>
          </a:xfrm>
        </p:spPr>
        <p:txBody>
          <a:bodyPr anchor="b">
            <a:normAutofit/>
          </a:bodyPr>
          <a:lstStyle>
            <a:lvl1pPr algn="r">
              <a:lnSpc>
                <a:spcPct val="100000"/>
              </a:lnSpc>
              <a:defRPr sz="2000" b="0" cap="none" baseline="0"/>
            </a:lvl1pPr>
          </a:lstStyle>
          <a:p>
            <a:r>
              <a:rPr lang="en-US" dirty="0"/>
              <a:t>Quote Author</a:t>
            </a:r>
          </a:p>
        </p:txBody>
      </p:sp>
      <p:sp>
        <p:nvSpPr>
          <p:cNvPr id="10" name="Content Placeholder 9">
            <a:extLst>
              <a:ext uri="{FF2B5EF4-FFF2-40B4-BE49-F238E27FC236}">
                <a16:creationId xmlns:a16="http://schemas.microsoft.com/office/drawing/2014/main" id="{E5D1FFC6-C597-BE81-1790-A08954F44C4B}"/>
              </a:ext>
            </a:extLst>
          </p:cNvPr>
          <p:cNvSpPr>
            <a:spLocks noGrp="1"/>
          </p:cNvSpPr>
          <p:nvPr>
            <p:ph sz="quarter" idx="13" hasCustomPrompt="1"/>
          </p:nvPr>
        </p:nvSpPr>
        <p:spPr>
          <a:xfrm>
            <a:off x="95250" y="63500"/>
            <a:ext cx="11977688" cy="5080000"/>
          </a:xfrm>
        </p:spPr>
        <p:txBody>
          <a:bodyPr>
            <a:normAutofit/>
          </a:bodyPr>
          <a:lstStyle>
            <a:lvl1pPr>
              <a:lnSpc>
                <a:spcPct val="85000"/>
              </a:lnSpc>
              <a:defRPr sz="8000" b="1" cap="all" baseline="0">
                <a:solidFill>
                  <a:schemeClr val="tx1"/>
                </a:solidFill>
              </a:defRPr>
            </a:lvl1pPr>
          </a:lstStyle>
          <a:p>
            <a:pPr lvl="0"/>
            <a:r>
              <a:rPr lang="en-US" dirty="0"/>
              <a:t>Click to add Quote</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7" name="Straight Connector 6">
            <a:extLst>
              <a:ext uri="{FF2B5EF4-FFF2-40B4-BE49-F238E27FC236}">
                <a16:creationId xmlns:a16="http://schemas.microsoft.com/office/drawing/2014/main" id="{52949BEA-90AC-BE5F-28A7-80D65BD19B42}"/>
              </a:ext>
              <a:ext uri="{C183D7F6-B498-43B3-948B-1728B52AA6E4}">
                <adec:decorative xmlns:adec="http://schemas.microsoft.com/office/drawing/2017/decorative" val="1"/>
              </a:ext>
            </a:extLst>
          </p:cNvPr>
          <p:cNvCxnSpPr>
            <a:cxnSpLocks/>
          </p:cNvCxnSpPr>
          <p:nvPr/>
        </p:nvCxnSpPr>
        <p:spPr>
          <a:xfrm>
            <a:off x="11387805" y="5715292"/>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97415027"/>
      </p:ext>
    </p:extLst>
  </p:cSld>
  <p:clrMapOvr>
    <a:masterClrMapping/>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BF7AE-3892-4896-8C15-7A35A41EFD9C}"/>
              </a:ext>
            </a:extLst>
          </p:cNvPr>
          <p:cNvSpPr>
            <a:spLocks noGrp="1"/>
          </p:cNvSpPr>
          <p:nvPr>
            <p:ph type="title"/>
          </p:nvPr>
        </p:nvSpPr>
        <p:spPr>
          <a:xfrm>
            <a:off x="1088136" y="1119132"/>
            <a:ext cx="9890066" cy="1204593"/>
          </a:xfrm>
        </p:spPr>
        <p:txBody>
          <a:bodyPr>
            <a:normAutofit/>
          </a:bodyPr>
          <a:lstStyle>
            <a:lvl1pPr>
              <a:defRPr sz="36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F2FD9A26-86F1-4817-B243-4DE63B4F182F}"/>
              </a:ext>
            </a:extLst>
          </p:cNvPr>
          <p:cNvSpPr>
            <a:spLocks noGrp="1"/>
          </p:cNvSpPr>
          <p:nvPr>
            <p:ph sz="half" idx="1"/>
          </p:nvPr>
        </p:nvSpPr>
        <p:spPr>
          <a:xfrm>
            <a:off x="1082185" y="2440568"/>
            <a:ext cx="4841505" cy="3801284"/>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454BF9B-EA16-48C8-96B9-7A66051BE768}"/>
              </a:ext>
            </a:extLst>
          </p:cNvPr>
          <p:cNvSpPr>
            <a:spLocks noGrp="1"/>
          </p:cNvSpPr>
          <p:nvPr>
            <p:ph sz="half" idx="2"/>
          </p:nvPr>
        </p:nvSpPr>
        <p:spPr>
          <a:xfrm>
            <a:off x="6172200" y="2440568"/>
            <a:ext cx="4806002" cy="380128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40629E05-3F6C-40BF-9324-118588B6CAE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D16E2D9F-1FCE-4A1C-996E-DB05777A8994}"/>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7" name="Slide Number Placeholder 6">
            <a:extLst>
              <a:ext uri="{FF2B5EF4-FFF2-40B4-BE49-F238E27FC236}">
                <a16:creationId xmlns:a16="http://schemas.microsoft.com/office/drawing/2014/main" id="{069BE013-C5C0-4CBD-982E-36F037F7366F}"/>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8" name="Straight Connector 7">
            <a:extLst>
              <a:ext uri="{FF2B5EF4-FFF2-40B4-BE49-F238E27FC236}">
                <a16:creationId xmlns:a16="http://schemas.microsoft.com/office/drawing/2014/main" id="{AB20CA7A-449A-6AC2-BFC5-17AF5007E7E1}"/>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923491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BED885-5FE5-4407-BE4D-FAD01C40A905}"/>
              </a:ext>
            </a:extLst>
          </p:cNvPr>
          <p:cNvSpPr>
            <a:spLocks noGrp="1"/>
          </p:cNvSpPr>
          <p:nvPr>
            <p:ph type="title"/>
          </p:nvPr>
        </p:nvSpPr>
        <p:spPr>
          <a:xfrm>
            <a:off x="1090940" y="1115329"/>
            <a:ext cx="9949455" cy="838856"/>
          </a:xfrm>
        </p:spPr>
        <p:txBody>
          <a:bodyPr>
            <a:normAutofit/>
          </a:bodyPr>
          <a:lstStyle>
            <a:lvl1pPr>
              <a:defRPr sz="36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E322A77-C134-4857-83E5-51217D3C29FB}"/>
              </a:ext>
            </a:extLst>
          </p:cNvPr>
          <p:cNvSpPr>
            <a:spLocks noGrp="1"/>
          </p:cNvSpPr>
          <p:nvPr>
            <p:ph type="body" idx="1"/>
          </p:nvPr>
        </p:nvSpPr>
        <p:spPr>
          <a:xfrm>
            <a:off x="1092088" y="1923190"/>
            <a:ext cx="4816475"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5" name="Text Placeholder 4">
            <a:extLst>
              <a:ext uri="{FF2B5EF4-FFF2-40B4-BE49-F238E27FC236}">
                <a16:creationId xmlns:a16="http://schemas.microsoft.com/office/drawing/2014/main" id="{7710AFC6-F407-4F35-BD37-B32F9B4036D0}"/>
              </a:ext>
            </a:extLst>
          </p:cNvPr>
          <p:cNvSpPr>
            <a:spLocks noGrp="1"/>
          </p:cNvSpPr>
          <p:nvPr>
            <p:ph type="body" sz="quarter" idx="3"/>
          </p:nvPr>
        </p:nvSpPr>
        <p:spPr>
          <a:xfrm>
            <a:off x="6215482" y="1923190"/>
            <a:ext cx="4824913" cy="838856"/>
          </a:xfrm>
        </p:spPr>
        <p:txBody>
          <a:bodyPr anchor="b">
            <a:normAutofit/>
          </a:bodyPr>
          <a:lstStyle>
            <a:lvl1pPr marL="0" indent="0">
              <a:lnSpc>
                <a:spcPct val="100000"/>
              </a:lnSpc>
              <a:buNone/>
              <a:defRPr sz="1800" b="1" cap="all" spc="1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A4ECBFE-C62C-471B-BFE4-1272EAC3479D}"/>
              </a:ext>
            </a:extLst>
          </p:cNvPr>
          <p:cNvSpPr>
            <a:spLocks noGrp="1"/>
          </p:cNvSpPr>
          <p:nvPr>
            <p:ph sz="half" idx="2"/>
          </p:nvPr>
        </p:nvSpPr>
        <p:spPr>
          <a:xfrm>
            <a:off x="1092088" y="2825791"/>
            <a:ext cx="4816475"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a:extLst>
              <a:ext uri="{FF2B5EF4-FFF2-40B4-BE49-F238E27FC236}">
                <a16:creationId xmlns:a16="http://schemas.microsoft.com/office/drawing/2014/main" id="{458D60D5-0F83-46CB-92F3-849FC08E6E92}"/>
              </a:ext>
            </a:extLst>
          </p:cNvPr>
          <p:cNvSpPr>
            <a:spLocks noGrp="1"/>
          </p:cNvSpPr>
          <p:nvPr>
            <p:ph sz="quarter" idx="4"/>
          </p:nvPr>
        </p:nvSpPr>
        <p:spPr>
          <a:xfrm>
            <a:off x="6215482" y="2825791"/>
            <a:ext cx="4824913" cy="3363871"/>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Footer Placeholder 7">
            <a:extLst>
              <a:ext uri="{FF2B5EF4-FFF2-40B4-BE49-F238E27FC236}">
                <a16:creationId xmlns:a16="http://schemas.microsoft.com/office/drawing/2014/main" id="{F340A80D-4CCB-4899-9E1D-A5967F4E649A}"/>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AA5AE694-5CA0-48DA-90D3-EC42BD1D86C1}"/>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9" name="Slide Number Placeholder 8">
            <a:extLst>
              <a:ext uri="{FF2B5EF4-FFF2-40B4-BE49-F238E27FC236}">
                <a16:creationId xmlns:a16="http://schemas.microsoft.com/office/drawing/2014/main" id="{4F753A9D-469A-4ED9-99A1-7E4B115F8933}"/>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10" name="Straight Connector 9">
            <a:extLst>
              <a:ext uri="{FF2B5EF4-FFF2-40B4-BE49-F238E27FC236}">
                <a16:creationId xmlns:a16="http://schemas.microsoft.com/office/drawing/2014/main" id="{CDA35A86-E7F6-6593-119D-A6DC85581FE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5458238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87C91E-0A11-4E5D-9B8D-5316E73A2D58}"/>
              </a:ext>
            </a:extLst>
          </p:cNvPr>
          <p:cNvSpPr>
            <a:spLocks noGrp="1"/>
          </p:cNvSpPr>
          <p:nvPr>
            <p:ph type="title"/>
          </p:nvPr>
        </p:nvSpPr>
        <p:spPr>
          <a:xfrm>
            <a:off x="1088136" y="1104100"/>
            <a:ext cx="9922764" cy="1294228"/>
          </a:xfrm>
        </p:spPr>
        <p:txBody>
          <a:bodyPr>
            <a:normAutofit/>
          </a:bodyPr>
          <a:lstStyle>
            <a:lvl1pPr>
              <a:defRPr sz="3600" cap="none" baseline="0"/>
            </a:lvl1p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D7E36922-9A4C-453D-9B70-0C3A70281C03}"/>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A1B8A8D1-71AD-4F9F-B393-9EED83FEF003}"/>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Slide Number Placeholder 4">
            <a:extLst>
              <a:ext uri="{FF2B5EF4-FFF2-40B4-BE49-F238E27FC236}">
                <a16:creationId xmlns:a16="http://schemas.microsoft.com/office/drawing/2014/main" id="{EF5AAEF2-65DC-4E28-9AA4-5115ACB074CC}"/>
              </a:ext>
            </a:extLst>
          </p:cNvPr>
          <p:cNvSpPr>
            <a:spLocks noGrp="1"/>
          </p:cNvSpPr>
          <p:nvPr>
            <p:ph type="sldNum" sz="quarter" idx="12"/>
          </p:nvPr>
        </p:nvSpPr>
        <p:spPr/>
        <p:txBody>
          <a:bodyPr/>
          <a:lstStyle/>
          <a:p>
            <a:fld id="{712EA7AB-17EA-4BE2-A821-0A528517C664}" type="slidenum">
              <a:rPr lang="en-US" smtClean="0"/>
              <a:t>‹#›</a:t>
            </a:fld>
            <a:endParaRPr lang="en-US"/>
          </a:p>
        </p:txBody>
      </p:sp>
      <p:cxnSp>
        <p:nvCxnSpPr>
          <p:cNvPr id="6" name="Straight Connector 5">
            <a:extLst>
              <a:ext uri="{FF2B5EF4-FFF2-40B4-BE49-F238E27FC236}">
                <a16:creationId xmlns:a16="http://schemas.microsoft.com/office/drawing/2014/main" id="{28CF7AFD-0570-B046-A2C2-3EFA873546CA}"/>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579593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Empty">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80459378-C430-49DB-B2D6-E32FBBCD4A6F}"/>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9AFF5A02-0FC4-41C8-A13C-4C929B28846B}"/>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E7B9D57D-CB8E-4E67-AE2D-2790E2AA60CB}"/>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181545212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5"/>
            <a:ext cx="10627828" cy="2084551"/>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7" name="Content Placeholder 7">
            <a:extLst>
              <a:ext uri="{FF2B5EF4-FFF2-40B4-BE49-F238E27FC236}">
                <a16:creationId xmlns:a16="http://schemas.microsoft.com/office/drawing/2014/main" id="{419A5DD2-B3B3-D9BF-1A71-B20742D142B9}"/>
              </a:ext>
            </a:extLst>
          </p:cNvPr>
          <p:cNvSpPr>
            <a:spLocks noGrp="1"/>
          </p:cNvSpPr>
          <p:nvPr>
            <p:ph sz="quarter" idx="13"/>
          </p:nvPr>
        </p:nvSpPr>
        <p:spPr>
          <a:xfrm>
            <a:off x="1088134" y="3276600"/>
            <a:ext cx="10627829" cy="3162300"/>
          </a:xfrm>
        </p:spPr>
        <p:txBody>
          <a:bodyPr/>
          <a:lstStyle>
            <a:lvl1pPr marL="0" indent="0">
              <a:lnSpc>
                <a:spcPct val="100000"/>
              </a:lnSpc>
              <a:buNone/>
              <a:defRPr>
                <a:solidFill>
                  <a:schemeClr val="tx1"/>
                </a:solidFill>
              </a:defRPr>
            </a:lvl1pPr>
            <a:lvl2pPr marL="228600" indent="0">
              <a:lnSpc>
                <a:spcPct val="100000"/>
              </a:lnSpc>
              <a:buNone/>
              <a:defRPr>
                <a:solidFill>
                  <a:schemeClr val="tx1"/>
                </a:solidFill>
              </a:defRPr>
            </a:lvl2pPr>
            <a:lvl3pPr marL="457200" indent="0">
              <a:lnSpc>
                <a:spcPct val="100000"/>
              </a:lnSpc>
              <a:buNone/>
              <a:defRPr>
                <a:solidFill>
                  <a:schemeClr val="tx1"/>
                </a:solidFill>
              </a:defRPr>
            </a:lvl3pPr>
            <a:lvl4pPr marL="685800" indent="0">
              <a:lnSpc>
                <a:spcPct val="100000"/>
              </a:lnSpc>
              <a:buNone/>
              <a:defRPr>
                <a:solidFill>
                  <a:schemeClr val="tx1"/>
                </a:solidFill>
              </a:defRPr>
            </a:lvl4pPr>
            <a:lvl5pPr marL="914400" indent="0">
              <a:lnSpc>
                <a:spcPct val="100000"/>
              </a:lnSpc>
              <a:buNone/>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6DCA1022-3377-EB7D-8261-EDD841636BE3}"/>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90257542"/>
      </p:ext>
    </p:extLst>
  </p:cSld>
  <p:clrMapOvr>
    <a:overrideClrMapping bg1="dk1" tx1="lt1" bg2="dk2" tx2="lt2" accent1="accent1" accent2="accent2" accent3="accent3" accent4="accent4" accent5="accent5" accent6="accent6" hlink="hlink" folHlink="folHlink"/>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088136" y="1088136"/>
            <a:ext cx="8430767" cy="1842020"/>
          </a:xfrm>
        </p:spPr>
        <p:txBody>
          <a:bodyPr anchor="t" anchorCtr="0">
            <a:noAutofit/>
          </a:bodyPr>
          <a:lstStyle>
            <a:lvl1pPr>
              <a:defRPr sz="6000" cap="all" baseline="0">
                <a:solidFill>
                  <a:schemeClr val="tx1"/>
                </a:solidFill>
              </a:defRPr>
            </a:lvl1pPr>
          </a:lstStyle>
          <a:p>
            <a:r>
              <a:rPr lang="en-US"/>
              <a:t>Click to edit Master title style</a:t>
            </a:r>
            <a:endParaRPr lang="en-US" dirty="0"/>
          </a:p>
        </p:txBody>
      </p:sp>
      <p:sp>
        <p:nvSpPr>
          <p:cNvPr id="8" name="Content Placeholder 6">
            <a:extLst>
              <a:ext uri="{FF2B5EF4-FFF2-40B4-BE49-F238E27FC236}">
                <a16:creationId xmlns:a16="http://schemas.microsoft.com/office/drawing/2014/main" id="{C06F55DC-E754-4B2B-C0AE-962C82565D0D}"/>
              </a:ext>
            </a:extLst>
          </p:cNvPr>
          <p:cNvSpPr>
            <a:spLocks noGrp="1"/>
          </p:cNvSpPr>
          <p:nvPr>
            <p:ph sz="quarter" idx="14"/>
          </p:nvPr>
        </p:nvSpPr>
        <p:spPr>
          <a:xfrm>
            <a:off x="1077213" y="4246692"/>
            <a:ext cx="8430639" cy="1608008"/>
          </a:xfrm>
        </p:spPr>
        <p:txBody>
          <a:bodyPr anchor="b">
            <a:noAutofit/>
          </a:bodyPr>
          <a:lstStyle>
            <a:lvl1pPr marL="0" indent="0">
              <a:lnSpc>
                <a:spcPct val="100000"/>
              </a:lnSpc>
              <a:buNone/>
              <a:defRPr sz="2000">
                <a:solidFill>
                  <a:schemeClr val="tx1"/>
                </a:solidFill>
              </a:defRPr>
            </a:lvl1pPr>
            <a:lvl2pPr marL="228600" indent="0">
              <a:lnSpc>
                <a:spcPct val="100000"/>
              </a:lnSpc>
              <a:buNone/>
              <a:defRPr sz="2000">
                <a:solidFill>
                  <a:schemeClr val="tx1"/>
                </a:solidFill>
              </a:defRPr>
            </a:lvl2pPr>
            <a:lvl3pPr marL="457200" indent="0">
              <a:lnSpc>
                <a:spcPct val="100000"/>
              </a:lnSpc>
              <a:buNone/>
              <a:defRPr sz="2000">
                <a:solidFill>
                  <a:schemeClr val="tx1"/>
                </a:solidFill>
              </a:defRPr>
            </a:lvl3pPr>
            <a:lvl4pPr marL="685800" indent="0">
              <a:lnSpc>
                <a:spcPct val="100000"/>
              </a:lnSpc>
              <a:buNone/>
              <a:defRPr sz="2000">
                <a:solidFill>
                  <a:schemeClr val="tx1"/>
                </a:solidFill>
              </a:defRPr>
            </a:lvl4pPr>
            <a:lvl5pPr marL="914400" indent="0">
              <a:lnSpc>
                <a:spcPct val="100000"/>
              </a:lnSpc>
              <a:buNone/>
              <a:defRPr sz="20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lvl1pPr>
              <a:defRPr>
                <a:solidFill>
                  <a:schemeClr val="tx1"/>
                </a:solidFill>
              </a:defRPr>
            </a:lvl1p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lvl1pPr>
              <a:defRPr>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lvl1pPr>
              <a:defRPr>
                <a:solidFill>
                  <a:schemeClr val="tx1"/>
                </a:solidFill>
              </a:defRPr>
            </a:lvl1pPr>
          </a:lstStyle>
          <a:p>
            <a:fld id="{712EA7AB-17EA-4BE2-A821-0A528517C664}" type="slidenum">
              <a:rPr lang="en-US" smtClean="0"/>
              <a:t>‹#›</a:t>
            </a:fld>
            <a:endParaRPr lang="en-US"/>
          </a:p>
        </p:txBody>
      </p:sp>
      <p:cxnSp>
        <p:nvCxnSpPr>
          <p:cNvPr id="3" name="Straight Connector 2">
            <a:extLst>
              <a:ext uri="{FF2B5EF4-FFF2-40B4-BE49-F238E27FC236}">
                <a16:creationId xmlns:a16="http://schemas.microsoft.com/office/drawing/2014/main" id="{FC829929-F774-AF4E-F1BE-2DA3C43D0DAC}"/>
              </a:ext>
              <a:ext uri="{C183D7F6-B498-43B3-948B-1728B52AA6E4}">
                <adec:decorative xmlns:adec="http://schemas.microsoft.com/office/drawing/2017/decorative" val="1"/>
              </a:ext>
            </a:extLst>
          </p:cNvPr>
          <p:cNvCxnSpPr>
            <a:cxnSpLocks/>
          </p:cNvCxnSpPr>
          <p:nvPr/>
        </p:nvCxnSpPr>
        <p:spPr>
          <a:xfrm>
            <a:off x="0" y="1206128"/>
            <a:ext cx="804195" cy="0"/>
          </a:xfrm>
          <a:prstGeom prst="line">
            <a:avLst/>
          </a:prstGeom>
          <a:ln w="1206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2525307"/>
      </p:ext>
    </p:extLst>
  </p:cSld>
  <p:clrMapOvr>
    <a:overrideClrMapping bg1="dk1" tx1="lt1" bg2="dk2" tx2="lt2" accent1="accent1" accent2="accent2" accent3="accent3" accent4="accent4" accent5="accent5" accent6="accent6" hlink="hlink" folHlink="folHlink"/>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C6920-721D-86BF-8188-BC7AF5101D1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74F4A24-70F5-4CBF-4485-96559CDD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31C4ACF-262F-0C2E-D75D-5E8FC02E2D9D}"/>
              </a:ext>
            </a:extLst>
          </p:cNvPr>
          <p:cNvSpPr>
            <a:spLocks noGrp="1"/>
          </p:cNvSpPr>
          <p:nvPr>
            <p:ph type="dt" sz="half" idx="10"/>
          </p:nvPr>
        </p:nvSpPr>
        <p:spPr/>
        <p:txBody>
          <a:bodyPr/>
          <a:lstStyle/>
          <a:p>
            <a:fld id="{DD20782C-0F45-447A-BF23-AC527316A4E0}" type="datetimeFigureOut">
              <a:rPr lang="en-US" smtClean="0"/>
              <a:t>9/24/2026</a:t>
            </a:fld>
            <a:endParaRPr lang="en-US"/>
          </a:p>
        </p:txBody>
      </p:sp>
      <p:sp>
        <p:nvSpPr>
          <p:cNvPr id="5" name="Footer Placeholder 4">
            <a:extLst>
              <a:ext uri="{FF2B5EF4-FFF2-40B4-BE49-F238E27FC236}">
                <a16:creationId xmlns:a16="http://schemas.microsoft.com/office/drawing/2014/main" id="{42083291-C6AB-D346-F370-3D69A5335E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BFEEBE7-BA8A-6F0E-CB18-6A13168ABCE1}"/>
              </a:ext>
            </a:extLst>
          </p:cNvPr>
          <p:cNvSpPr>
            <a:spLocks noGrp="1"/>
          </p:cNvSpPr>
          <p:nvPr>
            <p:ph type="sldNum" sz="quarter" idx="12"/>
          </p:nvPr>
        </p:nvSpPr>
        <p:spPr/>
        <p:txBody>
          <a:bodyPr/>
          <a:lstStyle/>
          <a:p>
            <a:fld id="{712EA7AB-17EA-4BE2-A821-0A528517C664}" type="slidenum">
              <a:rPr lang="en-US" smtClean="0"/>
              <a:t>‹#›</a:t>
            </a:fld>
            <a:endParaRPr lang="en-US"/>
          </a:p>
        </p:txBody>
      </p:sp>
    </p:spTree>
    <p:extLst>
      <p:ext uri="{BB962C8B-B14F-4D97-AF65-F5344CB8AC3E}">
        <p14:creationId xmlns:p14="http://schemas.microsoft.com/office/powerpoint/2010/main" val="22026598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E4438DC-3CEE-4170-9B1C-BAC05CD8C3B5}"/>
              </a:ext>
            </a:extLst>
          </p:cNvPr>
          <p:cNvSpPr>
            <a:spLocks noGrp="1"/>
          </p:cNvSpPr>
          <p:nvPr>
            <p:ph type="title"/>
          </p:nvPr>
        </p:nvSpPr>
        <p:spPr>
          <a:xfrm>
            <a:off x="1088136" y="1090245"/>
            <a:ext cx="9922764" cy="935982"/>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7C19D24-DCBE-47F9-8B85-8A118B02B3C9}"/>
              </a:ext>
            </a:extLst>
          </p:cNvPr>
          <p:cNvSpPr>
            <a:spLocks noGrp="1"/>
          </p:cNvSpPr>
          <p:nvPr>
            <p:ph type="body" idx="1"/>
          </p:nvPr>
        </p:nvSpPr>
        <p:spPr>
          <a:xfrm>
            <a:off x="1088136" y="2119745"/>
            <a:ext cx="9922764" cy="4166755"/>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FD1D5844-8163-4D82-BEFC-BC2D8D511B7E}"/>
              </a:ext>
            </a:extLst>
          </p:cNvPr>
          <p:cNvSpPr>
            <a:spLocks noGrp="1"/>
          </p:cNvSpPr>
          <p:nvPr>
            <p:ph type="ftr" sz="quarter" idx="3"/>
          </p:nvPr>
        </p:nvSpPr>
        <p:spPr>
          <a:xfrm>
            <a:off x="1088136" y="6438900"/>
            <a:ext cx="8562760" cy="419100"/>
          </a:xfrm>
          <a:prstGeom prst="rect">
            <a:avLst/>
          </a:prstGeom>
        </p:spPr>
        <p:txBody>
          <a:bodyPr vert="horz" lIns="91440" tIns="45720" rIns="91440" bIns="45720" rtlCol="0" anchor="ctr"/>
          <a:lstStyle>
            <a:lvl1pPr algn="l" rtl="0">
              <a:defRPr sz="900">
                <a:solidFill>
                  <a:schemeClr val="tx1"/>
                </a:solidFill>
              </a:defRPr>
            </a:lvl1pPr>
          </a:lstStyle>
          <a:p>
            <a:endParaRPr lang="en-US"/>
          </a:p>
        </p:txBody>
      </p:sp>
      <p:sp>
        <p:nvSpPr>
          <p:cNvPr id="4" name="Date Placeholder 3">
            <a:extLst>
              <a:ext uri="{FF2B5EF4-FFF2-40B4-BE49-F238E27FC236}">
                <a16:creationId xmlns:a16="http://schemas.microsoft.com/office/drawing/2014/main" id="{334F5788-BDCE-49E2-80AE-31C739C6A0CE}"/>
              </a:ext>
            </a:extLst>
          </p:cNvPr>
          <p:cNvSpPr>
            <a:spLocks noGrp="1"/>
          </p:cNvSpPr>
          <p:nvPr>
            <p:ph type="dt" sz="half" idx="2"/>
          </p:nvPr>
        </p:nvSpPr>
        <p:spPr>
          <a:xfrm>
            <a:off x="9650896" y="6438900"/>
            <a:ext cx="864704" cy="419100"/>
          </a:xfrm>
          <a:prstGeom prst="rect">
            <a:avLst/>
          </a:prstGeom>
        </p:spPr>
        <p:txBody>
          <a:bodyPr vert="horz" lIns="91440" tIns="45720" rIns="91440" bIns="45720" rtlCol="0" anchor="ctr"/>
          <a:lstStyle>
            <a:lvl1pPr algn="l" rtl="0">
              <a:defRPr sz="900">
                <a:solidFill>
                  <a:schemeClr val="tx1"/>
                </a:solidFill>
              </a:defRPr>
            </a:lvl1pPr>
          </a:lstStyle>
          <a:p>
            <a:fld id="{DD20782C-0F45-447A-BF23-AC527316A4E0}" type="datetimeFigureOut">
              <a:rPr lang="en-US" smtClean="0"/>
              <a:t>9/24/2026</a:t>
            </a:fld>
            <a:endParaRPr lang="en-US"/>
          </a:p>
        </p:txBody>
      </p:sp>
      <p:sp>
        <p:nvSpPr>
          <p:cNvPr id="6" name="Slide Number Placeholder 5">
            <a:extLst>
              <a:ext uri="{FF2B5EF4-FFF2-40B4-BE49-F238E27FC236}">
                <a16:creationId xmlns:a16="http://schemas.microsoft.com/office/drawing/2014/main" id="{22698A50-C435-4220-82C6-C8D62A7C9EB0}"/>
              </a:ext>
            </a:extLst>
          </p:cNvPr>
          <p:cNvSpPr>
            <a:spLocks noGrp="1"/>
          </p:cNvSpPr>
          <p:nvPr>
            <p:ph type="sldNum" sz="quarter" idx="4"/>
          </p:nvPr>
        </p:nvSpPr>
        <p:spPr>
          <a:xfrm>
            <a:off x="10523764" y="6438900"/>
            <a:ext cx="601436" cy="419100"/>
          </a:xfrm>
          <a:prstGeom prst="rect">
            <a:avLst/>
          </a:prstGeom>
        </p:spPr>
        <p:txBody>
          <a:bodyPr vert="horz" lIns="91440" tIns="45720" rIns="91440" bIns="45720" rtlCol="0" anchor="ctr"/>
          <a:lstStyle>
            <a:lvl1pPr algn="r" rtl="0">
              <a:defRPr sz="900">
                <a:solidFill>
                  <a:schemeClr val="tx1"/>
                </a:solidFill>
              </a:defRPr>
            </a:lvl1pPr>
          </a:lstStyle>
          <a:p>
            <a:fld id="{712EA7AB-17EA-4BE2-A821-0A528517C664}" type="slidenum">
              <a:rPr lang="en-US" smtClean="0"/>
              <a:t>‹#›</a:t>
            </a:fld>
            <a:endParaRPr lang="en-US"/>
          </a:p>
        </p:txBody>
      </p:sp>
    </p:spTree>
    <p:extLst>
      <p:ext uri="{BB962C8B-B14F-4D97-AF65-F5344CB8AC3E}">
        <p14:creationId xmlns:p14="http://schemas.microsoft.com/office/powerpoint/2010/main" val="373934337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Lst>
  <p:txStyles>
    <p:titleStyle>
      <a:lvl1pPr algn="l" defTabSz="914400" rtl="0" eaLnBrk="1" latinLnBrk="0" hangingPunct="1">
        <a:lnSpc>
          <a:spcPct val="85000"/>
        </a:lnSpc>
        <a:spcBef>
          <a:spcPct val="0"/>
        </a:spcBef>
        <a:buNone/>
        <a:defRPr sz="3600" b="1" kern="1200" cap="all" baseline="0">
          <a:solidFill>
            <a:schemeClr val="tx1"/>
          </a:solidFill>
          <a:latin typeface="+mj-lt"/>
          <a:ea typeface="+mj-ea"/>
          <a:cs typeface="+mj-cs"/>
        </a:defRPr>
      </a:lvl1pPr>
    </p:titleStyle>
    <p:bodyStyle>
      <a:lvl1pPr marL="0" indent="0" algn="l" defTabSz="914400" rtl="0" eaLnBrk="1" latinLnBrk="0" hangingPunct="1">
        <a:lnSpc>
          <a:spcPct val="130000"/>
        </a:lnSpc>
        <a:spcBef>
          <a:spcPts val="0"/>
        </a:spcBef>
        <a:buFont typeface="Neue Haas Grotesk Text Pro" panose="020B0504020202020204" pitchFamily="34" charset="0"/>
        <a:buNone/>
        <a:defRPr sz="1600" kern="1200">
          <a:solidFill>
            <a:schemeClr val="tx1"/>
          </a:solidFill>
          <a:latin typeface="+mn-lt"/>
          <a:ea typeface="+mn-ea"/>
          <a:cs typeface="+mn-cs"/>
        </a:defRPr>
      </a:lvl1pPr>
      <a:lvl2pPr marL="5029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2pPr>
      <a:lvl3pPr marL="73152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3pPr>
      <a:lvl4pPr marL="100584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4pPr>
      <a:lvl5pPr marL="1280160" indent="-228600" algn="l" defTabSz="914400" rtl="0" eaLnBrk="1" latinLnBrk="0" hangingPunct="1">
        <a:lnSpc>
          <a:spcPct val="130000"/>
        </a:lnSpc>
        <a:spcBef>
          <a:spcPts val="0"/>
        </a:spcBef>
        <a:buFont typeface="Neue Haas Grotesk Text Pro" panose="020B05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5" pos="744">
          <p15:clr>
            <a:srgbClr val="F26B43"/>
          </p15:clr>
        </p15:guide>
        <p15:guide id="6">
          <p15:clr>
            <a:srgbClr val="F26B43"/>
          </p15:clr>
        </p15:guide>
        <p15:guide id="8" pos="6936">
          <p15:clr>
            <a:srgbClr val="F26B43"/>
          </p15:clr>
        </p15:guide>
        <p15:guide id="10" orient="horz" pos="720">
          <p15:clr>
            <a:srgbClr val="F26B43"/>
          </p15:clr>
        </p15:guide>
        <p15:guide id="14" pos="6624">
          <p15:clr>
            <a:srgbClr val="F26B43"/>
          </p15:clr>
        </p15:guide>
        <p15:guide id="22" orient="horz" pos="360">
          <p15:clr>
            <a:srgbClr val="F26B43"/>
          </p15:clr>
        </p15:guide>
        <p15:guide id="23" orient="horz" pos="3960">
          <p15:clr>
            <a:srgbClr val="F26B43"/>
          </p15:clr>
        </p15:guide>
        <p15:guide id="24" orient="horz" pos="2160">
          <p15:clr>
            <a:srgbClr val="F26B43"/>
          </p15:clr>
        </p15:guide>
        <p15:guide id="25" pos="7680">
          <p15:clr>
            <a:srgbClr val="F26B43"/>
          </p15:clr>
        </p15:guide>
        <p15:guide id="26" pos="3840">
          <p15:clr>
            <a:srgbClr val="F26B43"/>
          </p15:clr>
        </p15:guide>
        <p15:guide id="27" pos="6168">
          <p15:clr>
            <a:srgbClr val="F26B43"/>
          </p15:clr>
        </p15:guide>
        <p15:guide id="28" pos="672">
          <p15:clr>
            <a:srgbClr val="F26B43"/>
          </p15:clr>
        </p15:guide>
        <p15:guide id="29" pos="7008">
          <p15:clr>
            <a:srgbClr val="F26B43"/>
          </p15:clr>
        </p15:guide>
        <p15:guide id="30" orient="horz" pos="4056">
          <p15:clr>
            <a:srgbClr val="F26B43"/>
          </p15:clr>
        </p15:guide>
        <p15:guide id="31" orient="horz" pos="364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1C9415-D010-63BD-0018-CD3509C1CEE6}"/>
              </a:ext>
            </a:extLst>
          </p:cNvPr>
          <p:cNvSpPr>
            <a:spLocks noGrp="1"/>
          </p:cNvSpPr>
          <p:nvPr>
            <p:ph type="ctrTitle"/>
          </p:nvPr>
        </p:nvSpPr>
        <p:spPr/>
        <p:txBody>
          <a:bodyPr/>
          <a:lstStyle/>
          <a:p>
            <a:r>
              <a:rPr lang="en-US" dirty="0"/>
              <a:t>Bank </a:t>
            </a:r>
            <a:r>
              <a:rPr lang="en-US" dirty="0" err="1"/>
              <a:t>repl</a:t>
            </a:r>
            <a:endParaRPr lang="en-US" dirty="0"/>
          </a:p>
        </p:txBody>
      </p:sp>
      <p:sp>
        <p:nvSpPr>
          <p:cNvPr id="3" name="Subtitle 2">
            <a:extLst>
              <a:ext uri="{FF2B5EF4-FFF2-40B4-BE49-F238E27FC236}">
                <a16:creationId xmlns:a16="http://schemas.microsoft.com/office/drawing/2014/main" id="{D5E9BEC3-6613-E009-4831-D7F28C1C7585}"/>
              </a:ext>
            </a:extLst>
          </p:cNvPr>
          <p:cNvSpPr>
            <a:spLocks noGrp="1"/>
          </p:cNvSpPr>
          <p:nvPr>
            <p:ph type="subTitle" idx="1"/>
          </p:nvPr>
        </p:nvSpPr>
        <p:spPr/>
        <p:txBody>
          <a:bodyPr/>
          <a:lstStyle/>
          <a:p>
            <a:r>
              <a:rPr lang="en-US" dirty="0"/>
              <a:t>Dennis Keithly</a:t>
            </a:r>
          </a:p>
        </p:txBody>
      </p:sp>
    </p:spTree>
    <p:extLst>
      <p:ext uri="{BB962C8B-B14F-4D97-AF65-F5344CB8AC3E}">
        <p14:creationId xmlns:p14="http://schemas.microsoft.com/office/powerpoint/2010/main" val="2905268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598AC6-B4DE-D44D-4304-1CD491C8B890}"/>
              </a:ext>
            </a:extLst>
          </p:cNvPr>
          <p:cNvSpPr>
            <a:spLocks noGrp="1"/>
          </p:cNvSpPr>
          <p:nvPr>
            <p:ph type="title"/>
          </p:nvPr>
        </p:nvSpPr>
        <p:spPr/>
        <p:txBody>
          <a:bodyPr/>
          <a:lstStyle/>
          <a:p>
            <a:r>
              <a:rPr lang="en-US" dirty="0"/>
              <a:t>Main function</a:t>
            </a:r>
          </a:p>
        </p:txBody>
      </p:sp>
      <p:sp>
        <p:nvSpPr>
          <p:cNvPr id="3" name="Content Placeholder 2">
            <a:extLst>
              <a:ext uri="{FF2B5EF4-FFF2-40B4-BE49-F238E27FC236}">
                <a16:creationId xmlns:a16="http://schemas.microsoft.com/office/drawing/2014/main" id="{E230679C-55BA-3253-72A4-FE916273A7BC}"/>
              </a:ext>
            </a:extLst>
          </p:cNvPr>
          <p:cNvSpPr>
            <a:spLocks noGrp="1"/>
          </p:cNvSpPr>
          <p:nvPr>
            <p:ph idx="1"/>
          </p:nvPr>
        </p:nvSpPr>
        <p:spPr/>
        <p:txBody>
          <a:bodyPr/>
          <a:lstStyle/>
          <a:p>
            <a:r>
              <a:rPr lang="en-US" sz="1800" dirty="0"/>
              <a:t>This is a simplified bank application.</a:t>
            </a:r>
          </a:p>
          <a:p>
            <a:endParaRPr lang="en-US" dirty="0"/>
          </a:p>
          <a:p>
            <a:r>
              <a:rPr lang="en-US" sz="1800" dirty="0"/>
              <a:t>Accounts have basic account management and can:</a:t>
            </a:r>
          </a:p>
          <a:p>
            <a:endParaRPr lang="en-US" dirty="0"/>
          </a:p>
          <a:p>
            <a:r>
              <a:rPr lang="en-US" dirty="0">
                <a:solidFill>
                  <a:schemeClr val="tx2">
                    <a:lumMod val="75000"/>
                  </a:schemeClr>
                </a:solidFill>
              </a:rPr>
              <a:t>Create account				Login				View History</a:t>
            </a:r>
          </a:p>
          <a:p>
            <a:endParaRPr lang="en-US" dirty="0"/>
          </a:p>
          <a:p>
            <a:r>
              <a:rPr lang="en-US" sz="1800" dirty="0"/>
              <a:t>Accounts can do transaction actions:</a:t>
            </a:r>
          </a:p>
          <a:p>
            <a:endParaRPr lang="en-US" dirty="0"/>
          </a:p>
          <a:p>
            <a:r>
              <a:rPr lang="en-US" dirty="0">
                <a:solidFill>
                  <a:schemeClr val="tx2">
                    <a:lumMod val="75000"/>
                  </a:schemeClr>
                </a:solidFill>
              </a:rPr>
              <a:t>Deposit					Withdraw				Transfer</a:t>
            </a:r>
          </a:p>
        </p:txBody>
      </p:sp>
    </p:spTree>
    <p:extLst>
      <p:ext uri="{BB962C8B-B14F-4D97-AF65-F5344CB8AC3E}">
        <p14:creationId xmlns:p14="http://schemas.microsoft.com/office/powerpoint/2010/main" val="14132645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5ABF17-CD03-ABB5-BF92-51FABE0CD950}"/>
              </a:ext>
            </a:extLst>
          </p:cNvPr>
          <p:cNvSpPr>
            <a:spLocks noGrp="1"/>
          </p:cNvSpPr>
          <p:nvPr>
            <p:ph type="title"/>
          </p:nvPr>
        </p:nvSpPr>
        <p:spPr/>
        <p:txBody>
          <a:bodyPr/>
          <a:lstStyle/>
          <a:p>
            <a:r>
              <a:rPr lang="en-US" dirty="0"/>
              <a:t>Multilayer</a:t>
            </a:r>
          </a:p>
        </p:txBody>
      </p:sp>
      <p:sp>
        <p:nvSpPr>
          <p:cNvPr id="3" name="Content Placeholder 2">
            <a:extLst>
              <a:ext uri="{FF2B5EF4-FFF2-40B4-BE49-F238E27FC236}">
                <a16:creationId xmlns:a16="http://schemas.microsoft.com/office/drawing/2014/main" id="{E2A9D020-9E8E-97CE-9E23-5BD158B427A9}"/>
              </a:ext>
            </a:extLst>
          </p:cNvPr>
          <p:cNvSpPr>
            <a:spLocks noGrp="1"/>
          </p:cNvSpPr>
          <p:nvPr>
            <p:ph idx="1"/>
          </p:nvPr>
        </p:nvSpPr>
        <p:spPr/>
        <p:txBody>
          <a:bodyPr/>
          <a:lstStyle/>
          <a:p>
            <a:r>
              <a:rPr lang="en-US" dirty="0"/>
              <a:t>This bank </a:t>
            </a:r>
            <a:r>
              <a:rPr lang="en-US" dirty="0" err="1"/>
              <a:t>repl</a:t>
            </a:r>
            <a:r>
              <a:rPr lang="en-US" dirty="0"/>
              <a:t> application utilizes clean code principles. The code base is structured around separation of concerns and contains the following layers:</a:t>
            </a:r>
          </a:p>
          <a:p>
            <a:endParaRPr lang="en-US" dirty="0"/>
          </a:p>
          <a:p>
            <a:pPr marL="285750" indent="-285750">
              <a:buFontTx/>
              <a:buChar char="-"/>
            </a:pPr>
            <a:r>
              <a:rPr lang="en-US" dirty="0"/>
              <a:t>Api layer: Interface and error handling. Calls service layer</a:t>
            </a:r>
          </a:p>
          <a:p>
            <a:pPr marL="285750" indent="-285750">
              <a:buFontTx/>
              <a:buChar char="-"/>
            </a:pPr>
            <a:r>
              <a:rPr lang="en-US" dirty="0"/>
              <a:t>Service Layer: Business logic and logging. Calls persistence layer</a:t>
            </a:r>
          </a:p>
          <a:p>
            <a:pPr marL="285750" indent="-285750">
              <a:buFontTx/>
              <a:buChar char="-"/>
            </a:pPr>
            <a:r>
              <a:rPr lang="en-US" dirty="0"/>
              <a:t>Persistence Layer: Database Access Objects</a:t>
            </a:r>
          </a:p>
          <a:p>
            <a:endParaRPr lang="en-US" dirty="0"/>
          </a:p>
          <a:p>
            <a:pPr marL="285750" indent="-285750">
              <a:buFontTx/>
              <a:buChar char="-"/>
            </a:pPr>
            <a:r>
              <a:rPr lang="en-US" dirty="0"/>
              <a:t>Domain Layer: Object Definitions. Provides general structure to every layer.</a:t>
            </a:r>
          </a:p>
        </p:txBody>
      </p:sp>
    </p:spTree>
    <p:extLst>
      <p:ext uri="{BB962C8B-B14F-4D97-AF65-F5344CB8AC3E}">
        <p14:creationId xmlns:p14="http://schemas.microsoft.com/office/powerpoint/2010/main" val="9101178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9128CF-3324-3088-CE2A-360D4E759614}"/>
              </a:ext>
            </a:extLst>
          </p:cNvPr>
          <p:cNvSpPr>
            <a:spLocks noGrp="1"/>
          </p:cNvSpPr>
          <p:nvPr>
            <p:ph type="title"/>
          </p:nvPr>
        </p:nvSpPr>
        <p:spPr/>
        <p:txBody>
          <a:bodyPr/>
          <a:lstStyle/>
          <a:p>
            <a:r>
              <a:rPr lang="en-US" dirty="0"/>
              <a:t>Api layer</a:t>
            </a:r>
          </a:p>
        </p:txBody>
      </p:sp>
      <p:sp>
        <p:nvSpPr>
          <p:cNvPr id="3" name="Content Placeholder 2">
            <a:extLst>
              <a:ext uri="{FF2B5EF4-FFF2-40B4-BE49-F238E27FC236}">
                <a16:creationId xmlns:a16="http://schemas.microsoft.com/office/drawing/2014/main" id="{9D5B317B-D86B-4ADE-FAFD-945699D34297}"/>
              </a:ext>
            </a:extLst>
          </p:cNvPr>
          <p:cNvSpPr>
            <a:spLocks noGrp="1"/>
          </p:cNvSpPr>
          <p:nvPr>
            <p:ph idx="1"/>
          </p:nvPr>
        </p:nvSpPr>
        <p:spPr/>
        <p:txBody>
          <a:bodyPr/>
          <a:lstStyle/>
          <a:p>
            <a:r>
              <a:rPr lang="en-US" dirty="0"/>
              <a:t>This layer is designed to output information from the user as well as getting user inputs and handling errors locally. Once valid shaped inputs are collected, send to the service layer.</a:t>
            </a:r>
          </a:p>
        </p:txBody>
      </p:sp>
      <p:pic>
        <p:nvPicPr>
          <p:cNvPr id="5" name="Picture 4">
            <a:extLst>
              <a:ext uri="{FF2B5EF4-FFF2-40B4-BE49-F238E27FC236}">
                <a16:creationId xmlns:a16="http://schemas.microsoft.com/office/drawing/2014/main" id="{E5E33D75-653C-BAA2-9CED-717F8666ED59}"/>
              </a:ext>
            </a:extLst>
          </p:cNvPr>
          <p:cNvPicPr>
            <a:picLocks noChangeAspect="1"/>
          </p:cNvPicPr>
          <p:nvPr/>
        </p:nvPicPr>
        <p:blipFill>
          <a:blip r:embed="rId2"/>
          <a:stretch>
            <a:fillRect/>
          </a:stretch>
        </p:blipFill>
        <p:spPr>
          <a:xfrm>
            <a:off x="2742664" y="2993000"/>
            <a:ext cx="6706672" cy="3767634"/>
          </a:xfrm>
          <a:prstGeom prst="rect">
            <a:avLst/>
          </a:prstGeom>
        </p:spPr>
      </p:pic>
    </p:spTree>
    <p:extLst>
      <p:ext uri="{BB962C8B-B14F-4D97-AF65-F5344CB8AC3E}">
        <p14:creationId xmlns:p14="http://schemas.microsoft.com/office/powerpoint/2010/main" val="19234916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5DFF9B-EC24-C183-32EC-2C48976AE6F3}"/>
              </a:ext>
            </a:extLst>
          </p:cNvPr>
          <p:cNvSpPr>
            <a:spLocks noGrp="1"/>
          </p:cNvSpPr>
          <p:nvPr>
            <p:ph type="title"/>
          </p:nvPr>
        </p:nvSpPr>
        <p:spPr/>
        <p:txBody>
          <a:bodyPr/>
          <a:lstStyle/>
          <a:p>
            <a:r>
              <a:rPr lang="en-US" dirty="0"/>
              <a:t>Service layer</a:t>
            </a:r>
          </a:p>
        </p:txBody>
      </p:sp>
      <p:sp>
        <p:nvSpPr>
          <p:cNvPr id="3" name="Content Placeholder 2">
            <a:extLst>
              <a:ext uri="{FF2B5EF4-FFF2-40B4-BE49-F238E27FC236}">
                <a16:creationId xmlns:a16="http://schemas.microsoft.com/office/drawing/2014/main" id="{2CDA2C3B-719A-FF62-96E4-0C8B93688865}"/>
              </a:ext>
            </a:extLst>
          </p:cNvPr>
          <p:cNvSpPr>
            <a:spLocks noGrp="1"/>
          </p:cNvSpPr>
          <p:nvPr>
            <p:ph idx="1"/>
          </p:nvPr>
        </p:nvSpPr>
        <p:spPr/>
        <p:txBody>
          <a:bodyPr/>
          <a:lstStyle/>
          <a:p>
            <a:r>
              <a:rPr lang="en-US" dirty="0"/>
              <a:t>Ensures that any business logic is followed. Prevents invalid data from entering the persistence layer. Sends human readable errors up to the API layer if there is a fault, otherwise moves to persistence. </a:t>
            </a:r>
          </a:p>
        </p:txBody>
      </p:sp>
      <p:pic>
        <p:nvPicPr>
          <p:cNvPr id="9" name="Picture 8">
            <a:extLst>
              <a:ext uri="{FF2B5EF4-FFF2-40B4-BE49-F238E27FC236}">
                <a16:creationId xmlns:a16="http://schemas.microsoft.com/office/drawing/2014/main" id="{E202F982-8CC5-0CF0-A61F-D88BC3199902}"/>
              </a:ext>
            </a:extLst>
          </p:cNvPr>
          <p:cNvPicPr>
            <a:picLocks noChangeAspect="1"/>
          </p:cNvPicPr>
          <p:nvPr/>
        </p:nvPicPr>
        <p:blipFill>
          <a:blip r:embed="rId2"/>
          <a:stretch>
            <a:fillRect/>
          </a:stretch>
        </p:blipFill>
        <p:spPr>
          <a:xfrm>
            <a:off x="2794248" y="2783158"/>
            <a:ext cx="6603503" cy="3985730"/>
          </a:xfrm>
          <a:prstGeom prst="rect">
            <a:avLst/>
          </a:prstGeom>
        </p:spPr>
      </p:pic>
    </p:spTree>
    <p:extLst>
      <p:ext uri="{BB962C8B-B14F-4D97-AF65-F5344CB8AC3E}">
        <p14:creationId xmlns:p14="http://schemas.microsoft.com/office/powerpoint/2010/main" val="9386550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229AF-0E4C-98FF-785C-50B43CC02158}"/>
              </a:ext>
            </a:extLst>
          </p:cNvPr>
          <p:cNvSpPr>
            <a:spLocks noGrp="1"/>
          </p:cNvSpPr>
          <p:nvPr>
            <p:ph type="title"/>
          </p:nvPr>
        </p:nvSpPr>
        <p:spPr/>
        <p:txBody>
          <a:bodyPr/>
          <a:lstStyle/>
          <a:p>
            <a:r>
              <a:rPr lang="en-US" dirty="0"/>
              <a:t>Persistence layer</a:t>
            </a:r>
          </a:p>
        </p:txBody>
      </p:sp>
      <p:sp>
        <p:nvSpPr>
          <p:cNvPr id="3" name="Content Placeholder 2">
            <a:extLst>
              <a:ext uri="{FF2B5EF4-FFF2-40B4-BE49-F238E27FC236}">
                <a16:creationId xmlns:a16="http://schemas.microsoft.com/office/drawing/2014/main" id="{A7A9A5B1-0564-9455-6F85-63F6B80114DE}"/>
              </a:ext>
            </a:extLst>
          </p:cNvPr>
          <p:cNvSpPr>
            <a:spLocks noGrp="1"/>
          </p:cNvSpPr>
          <p:nvPr>
            <p:ph idx="1"/>
          </p:nvPr>
        </p:nvSpPr>
        <p:spPr/>
        <p:txBody>
          <a:bodyPr/>
          <a:lstStyle/>
          <a:p>
            <a:r>
              <a:rPr lang="en-US" dirty="0"/>
              <a:t>Uses prepared statements to talk to the database. Assumes that all data it receives will be valid. Enforces atomicity in it’s error handling.</a:t>
            </a:r>
          </a:p>
        </p:txBody>
      </p:sp>
      <p:pic>
        <p:nvPicPr>
          <p:cNvPr id="5" name="Picture 4">
            <a:extLst>
              <a:ext uri="{FF2B5EF4-FFF2-40B4-BE49-F238E27FC236}">
                <a16:creationId xmlns:a16="http://schemas.microsoft.com/office/drawing/2014/main" id="{7D06044D-1C80-E538-DDDB-2A4F7ACD3F65}"/>
              </a:ext>
            </a:extLst>
          </p:cNvPr>
          <p:cNvPicPr>
            <a:picLocks noChangeAspect="1"/>
          </p:cNvPicPr>
          <p:nvPr/>
        </p:nvPicPr>
        <p:blipFill>
          <a:blip r:embed="rId2"/>
          <a:stretch>
            <a:fillRect/>
          </a:stretch>
        </p:blipFill>
        <p:spPr>
          <a:xfrm>
            <a:off x="2186540" y="2645865"/>
            <a:ext cx="7818919" cy="4125320"/>
          </a:xfrm>
          <a:prstGeom prst="rect">
            <a:avLst/>
          </a:prstGeom>
        </p:spPr>
      </p:pic>
    </p:spTree>
    <p:extLst>
      <p:ext uri="{BB962C8B-B14F-4D97-AF65-F5344CB8AC3E}">
        <p14:creationId xmlns:p14="http://schemas.microsoft.com/office/powerpoint/2010/main" val="441885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A70AA7-6D8B-C828-05BC-80DD1F9573C8}"/>
              </a:ext>
            </a:extLst>
          </p:cNvPr>
          <p:cNvSpPr>
            <a:spLocks noGrp="1"/>
          </p:cNvSpPr>
          <p:nvPr>
            <p:ph type="title"/>
          </p:nvPr>
        </p:nvSpPr>
        <p:spPr/>
        <p:txBody>
          <a:bodyPr/>
          <a:lstStyle/>
          <a:p>
            <a:r>
              <a:rPr lang="en-US" dirty="0"/>
              <a:t>Unit tests</a:t>
            </a:r>
          </a:p>
        </p:txBody>
      </p:sp>
      <p:sp>
        <p:nvSpPr>
          <p:cNvPr id="3" name="Content Placeholder 2">
            <a:extLst>
              <a:ext uri="{FF2B5EF4-FFF2-40B4-BE49-F238E27FC236}">
                <a16:creationId xmlns:a16="http://schemas.microsoft.com/office/drawing/2014/main" id="{0F095763-55C9-5D2D-F40A-0CD17324E09C}"/>
              </a:ext>
            </a:extLst>
          </p:cNvPr>
          <p:cNvSpPr>
            <a:spLocks noGrp="1"/>
          </p:cNvSpPr>
          <p:nvPr>
            <p:ph idx="1"/>
          </p:nvPr>
        </p:nvSpPr>
        <p:spPr/>
        <p:txBody>
          <a:bodyPr/>
          <a:lstStyle/>
          <a:p>
            <a:r>
              <a:rPr lang="en-US" dirty="0"/>
              <a:t>Unit testing is done using Junit. Jupiter and Mockito exist to help test in a void.</a:t>
            </a:r>
          </a:p>
          <a:p>
            <a:r>
              <a:rPr lang="en-US" dirty="0"/>
              <a:t>Unit test goes over the service layer to ensure any input results in an expected output</a:t>
            </a:r>
          </a:p>
          <a:p>
            <a:endParaRPr lang="en-US" dirty="0"/>
          </a:p>
          <a:p>
            <a:r>
              <a:rPr lang="en-US" dirty="0"/>
              <a:t>Positive test to ensure the function works, negative tests to ensure graceful error handling.</a:t>
            </a:r>
          </a:p>
          <a:p>
            <a:endParaRPr lang="en-US" dirty="0"/>
          </a:p>
          <a:p>
            <a:endParaRPr lang="en-US" dirty="0"/>
          </a:p>
        </p:txBody>
      </p:sp>
      <p:pic>
        <p:nvPicPr>
          <p:cNvPr id="5" name="Picture 4">
            <a:extLst>
              <a:ext uri="{FF2B5EF4-FFF2-40B4-BE49-F238E27FC236}">
                <a16:creationId xmlns:a16="http://schemas.microsoft.com/office/drawing/2014/main" id="{D303D894-8A6F-7FDF-7840-69E62BB0B6D7}"/>
              </a:ext>
            </a:extLst>
          </p:cNvPr>
          <p:cNvPicPr>
            <a:picLocks noChangeAspect="1"/>
          </p:cNvPicPr>
          <p:nvPr/>
        </p:nvPicPr>
        <p:blipFill>
          <a:blip r:embed="rId3"/>
          <a:stretch>
            <a:fillRect/>
          </a:stretch>
        </p:blipFill>
        <p:spPr>
          <a:xfrm>
            <a:off x="173734" y="4735328"/>
            <a:ext cx="3535318" cy="1980433"/>
          </a:xfrm>
          <a:prstGeom prst="rect">
            <a:avLst/>
          </a:prstGeom>
        </p:spPr>
      </p:pic>
      <p:pic>
        <p:nvPicPr>
          <p:cNvPr id="7" name="Picture 6">
            <a:extLst>
              <a:ext uri="{FF2B5EF4-FFF2-40B4-BE49-F238E27FC236}">
                <a16:creationId xmlns:a16="http://schemas.microsoft.com/office/drawing/2014/main" id="{6E1429B8-2710-74B3-5469-199F271C843E}"/>
              </a:ext>
            </a:extLst>
          </p:cNvPr>
          <p:cNvPicPr>
            <a:picLocks noChangeAspect="1"/>
          </p:cNvPicPr>
          <p:nvPr/>
        </p:nvPicPr>
        <p:blipFill>
          <a:blip r:embed="rId4"/>
          <a:stretch>
            <a:fillRect/>
          </a:stretch>
        </p:blipFill>
        <p:spPr>
          <a:xfrm>
            <a:off x="8576733" y="4723651"/>
            <a:ext cx="3415361" cy="2031551"/>
          </a:xfrm>
          <a:prstGeom prst="rect">
            <a:avLst/>
          </a:prstGeom>
        </p:spPr>
      </p:pic>
      <p:pic>
        <p:nvPicPr>
          <p:cNvPr id="6" name="Picture 5">
            <a:extLst>
              <a:ext uri="{FF2B5EF4-FFF2-40B4-BE49-F238E27FC236}">
                <a16:creationId xmlns:a16="http://schemas.microsoft.com/office/drawing/2014/main" id="{88F4E8F0-D803-E8DA-B5D5-4BB2BCCCD295}"/>
              </a:ext>
            </a:extLst>
          </p:cNvPr>
          <p:cNvPicPr>
            <a:picLocks noChangeAspect="1"/>
          </p:cNvPicPr>
          <p:nvPr/>
        </p:nvPicPr>
        <p:blipFill>
          <a:blip r:embed="rId5"/>
          <a:stretch>
            <a:fillRect/>
          </a:stretch>
        </p:blipFill>
        <p:spPr>
          <a:xfrm>
            <a:off x="2137635" y="3244344"/>
            <a:ext cx="7916729" cy="1490984"/>
          </a:xfrm>
          <a:prstGeom prst="rect">
            <a:avLst/>
          </a:prstGeom>
        </p:spPr>
      </p:pic>
    </p:spTree>
    <p:extLst>
      <p:ext uri="{BB962C8B-B14F-4D97-AF65-F5344CB8AC3E}">
        <p14:creationId xmlns:p14="http://schemas.microsoft.com/office/powerpoint/2010/main" val="3640341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DF65A3-DD9B-E59D-5E78-88BFB9BB1D28}"/>
              </a:ext>
            </a:extLst>
          </p:cNvPr>
          <p:cNvSpPr>
            <a:spLocks noGrp="1"/>
          </p:cNvSpPr>
          <p:nvPr>
            <p:ph type="title"/>
          </p:nvPr>
        </p:nvSpPr>
        <p:spPr/>
        <p:txBody>
          <a:bodyPr/>
          <a:lstStyle/>
          <a:p>
            <a:r>
              <a:rPr lang="en-US" dirty="0"/>
              <a:t>Logging</a:t>
            </a:r>
          </a:p>
        </p:txBody>
      </p:sp>
      <p:sp>
        <p:nvSpPr>
          <p:cNvPr id="3" name="Content Placeholder 2">
            <a:extLst>
              <a:ext uri="{FF2B5EF4-FFF2-40B4-BE49-F238E27FC236}">
                <a16:creationId xmlns:a16="http://schemas.microsoft.com/office/drawing/2014/main" id="{13BAE2CF-3DBD-4DF2-2B19-2DC2F34FD623}"/>
              </a:ext>
            </a:extLst>
          </p:cNvPr>
          <p:cNvSpPr>
            <a:spLocks noGrp="1"/>
          </p:cNvSpPr>
          <p:nvPr>
            <p:ph idx="1"/>
          </p:nvPr>
        </p:nvSpPr>
        <p:spPr/>
        <p:txBody>
          <a:bodyPr/>
          <a:lstStyle/>
          <a:p>
            <a:r>
              <a:rPr lang="en-US" dirty="0"/>
              <a:t>Logback is the method of logging. Most logging is done on the service layer, with an exception inside the </a:t>
            </a:r>
            <a:r>
              <a:rPr lang="en-US" dirty="0" err="1"/>
              <a:t>ConnectionFactory</a:t>
            </a:r>
            <a:r>
              <a:rPr lang="en-US" dirty="0"/>
              <a:t> to notify of database loss.</a:t>
            </a:r>
          </a:p>
          <a:p>
            <a:endParaRPr lang="en-US" dirty="0"/>
          </a:p>
          <a:p>
            <a:r>
              <a:rPr lang="en-US" dirty="0"/>
              <a:t>This allows us to track user behavior and where sources of error may be happening.</a:t>
            </a:r>
          </a:p>
        </p:txBody>
      </p:sp>
      <p:pic>
        <p:nvPicPr>
          <p:cNvPr id="5" name="Picture 4">
            <a:extLst>
              <a:ext uri="{FF2B5EF4-FFF2-40B4-BE49-F238E27FC236}">
                <a16:creationId xmlns:a16="http://schemas.microsoft.com/office/drawing/2014/main" id="{901ACC84-0B29-4D04-EF05-6861A5F26180}"/>
              </a:ext>
            </a:extLst>
          </p:cNvPr>
          <p:cNvPicPr>
            <a:picLocks noChangeAspect="1"/>
          </p:cNvPicPr>
          <p:nvPr/>
        </p:nvPicPr>
        <p:blipFill>
          <a:blip r:embed="rId2"/>
          <a:stretch>
            <a:fillRect/>
          </a:stretch>
        </p:blipFill>
        <p:spPr>
          <a:xfrm>
            <a:off x="1088134" y="3569227"/>
            <a:ext cx="9938151" cy="1476906"/>
          </a:xfrm>
          <a:prstGeom prst="rect">
            <a:avLst/>
          </a:prstGeom>
        </p:spPr>
      </p:pic>
      <p:pic>
        <p:nvPicPr>
          <p:cNvPr id="7" name="Picture 6">
            <a:extLst>
              <a:ext uri="{FF2B5EF4-FFF2-40B4-BE49-F238E27FC236}">
                <a16:creationId xmlns:a16="http://schemas.microsoft.com/office/drawing/2014/main" id="{57D386C1-4E5D-A3EC-4868-EAC95DB37379}"/>
              </a:ext>
            </a:extLst>
          </p:cNvPr>
          <p:cNvPicPr>
            <a:picLocks noChangeAspect="1"/>
          </p:cNvPicPr>
          <p:nvPr/>
        </p:nvPicPr>
        <p:blipFill>
          <a:blip r:embed="rId3"/>
          <a:stretch>
            <a:fillRect/>
          </a:stretch>
        </p:blipFill>
        <p:spPr>
          <a:xfrm>
            <a:off x="1088134" y="5954761"/>
            <a:ext cx="9954354" cy="293639"/>
          </a:xfrm>
          <a:prstGeom prst="rect">
            <a:avLst/>
          </a:prstGeom>
        </p:spPr>
      </p:pic>
    </p:spTree>
    <p:extLst>
      <p:ext uri="{BB962C8B-B14F-4D97-AF65-F5344CB8AC3E}">
        <p14:creationId xmlns:p14="http://schemas.microsoft.com/office/powerpoint/2010/main" val="1135717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0BE962-C88C-83FA-E6DB-644EB5DB620C}"/>
              </a:ext>
            </a:extLst>
          </p:cNvPr>
          <p:cNvSpPr>
            <a:spLocks noGrp="1"/>
          </p:cNvSpPr>
          <p:nvPr>
            <p:ph type="title"/>
          </p:nvPr>
        </p:nvSpPr>
        <p:spPr/>
        <p:txBody>
          <a:bodyPr/>
          <a:lstStyle/>
          <a:p>
            <a:r>
              <a:rPr lang="en-US" dirty="0"/>
              <a:t>Demo</a:t>
            </a:r>
          </a:p>
        </p:txBody>
      </p:sp>
      <p:sp>
        <p:nvSpPr>
          <p:cNvPr id="3" name="Content Placeholder 2">
            <a:extLst>
              <a:ext uri="{FF2B5EF4-FFF2-40B4-BE49-F238E27FC236}">
                <a16:creationId xmlns:a16="http://schemas.microsoft.com/office/drawing/2014/main" id="{3C9F786C-53AB-9BB0-D6A6-01177B41AF8C}"/>
              </a:ext>
            </a:extLst>
          </p:cNvPr>
          <p:cNvSpPr>
            <a:spLocks noGrp="1"/>
          </p:cNvSpPr>
          <p:nvPr>
            <p:ph idx="1"/>
          </p:nvPr>
        </p:nvSpPr>
        <p:spPr/>
        <p:txBody>
          <a:bodyPr/>
          <a:lstStyle/>
          <a:p>
            <a:r>
              <a:rPr lang="en-US" dirty="0"/>
              <a:t>To show the functions and how the application works, let’s move into the demo.</a:t>
            </a:r>
          </a:p>
        </p:txBody>
      </p:sp>
    </p:spTree>
    <p:extLst>
      <p:ext uri="{BB962C8B-B14F-4D97-AF65-F5344CB8AC3E}">
        <p14:creationId xmlns:p14="http://schemas.microsoft.com/office/powerpoint/2010/main" val="314795595"/>
      </p:ext>
    </p:extLst>
  </p:cSld>
  <p:clrMapOvr>
    <a:masterClrMapping/>
  </p:clrMapOvr>
</p:sld>
</file>

<file path=ppt/theme/theme1.xml><?xml version="1.0" encoding="utf-8"?>
<a:theme xmlns:a="http://schemas.openxmlformats.org/drawingml/2006/main" name="Bjorn">
  <a:themeElements>
    <a:clrScheme name="Bjorn">
      <a:dk1>
        <a:srgbClr val="000000"/>
      </a:dk1>
      <a:lt1>
        <a:srgbClr val="FFFFFF"/>
      </a:lt1>
      <a:dk2>
        <a:srgbClr val="003474"/>
      </a:dk2>
      <a:lt2>
        <a:srgbClr val="EFE6EB"/>
      </a:lt2>
      <a:accent1>
        <a:srgbClr val="28AE70"/>
      </a:accent1>
      <a:accent2>
        <a:srgbClr val="AC9E0C"/>
      </a:accent2>
      <a:accent3>
        <a:srgbClr val="EF3475"/>
      </a:accent3>
      <a:accent4>
        <a:srgbClr val="8961F3"/>
      </a:accent4>
      <a:accent5>
        <a:srgbClr val="11ADD3"/>
      </a:accent5>
      <a:accent6>
        <a:srgbClr val="E78813"/>
      </a:accent6>
      <a:hlink>
        <a:srgbClr val="CD45C3"/>
      </a:hlink>
      <a:folHlink>
        <a:srgbClr val="E34E4E"/>
      </a:folHlink>
    </a:clrScheme>
    <a:fontScheme name="Neue Haa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Bjorn" id="{121AC9A9-9DF1-410F-980B-228D05632962}" vid="{661A2AC3-DE07-4883-A618-4B52B678F5E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Bjorn</Template>
  <TotalTime>4383</TotalTime>
  <Words>336</Words>
  <Application>Microsoft Office PowerPoint</Application>
  <PresentationFormat>Widescreen</PresentationFormat>
  <Paragraphs>38</Paragraphs>
  <Slides>9</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9</vt:i4>
      </vt:variant>
    </vt:vector>
  </HeadingPairs>
  <TitlesOfParts>
    <vt:vector size="14" baseType="lpstr">
      <vt:lpstr>Aptos</vt:lpstr>
      <vt:lpstr>Arial</vt:lpstr>
      <vt:lpstr>Neue Haas Grotesk Text Pro</vt:lpstr>
      <vt:lpstr>System Font Regular</vt:lpstr>
      <vt:lpstr>Bjorn</vt:lpstr>
      <vt:lpstr>Bank repl</vt:lpstr>
      <vt:lpstr>Main function</vt:lpstr>
      <vt:lpstr>Multilayer</vt:lpstr>
      <vt:lpstr>Api layer</vt:lpstr>
      <vt:lpstr>Service layer</vt:lpstr>
      <vt:lpstr>Persistence layer</vt:lpstr>
      <vt:lpstr>Unit tests</vt:lpstr>
      <vt:lpstr>Logging</vt:lpstr>
      <vt:lpstr>Demo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Dennis Keithly</dc:creator>
  <cp:lastModifiedBy>Dennis Keithly</cp:lastModifiedBy>
  <cp:revision>9</cp:revision>
  <dcterms:created xsi:type="dcterms:W3CDTF">2026-09-18T17:55:00Z</dcterms:created>
  <dcterms:modified xsi:type="dcterms:W3CDTF">2026-09-24T18:59:48Z</dcterms:modified>
</cp:coreProperties>
</file>